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FA8EB3-1747-9B20-57D8-2268090E9D01}" v="15" dt="2025-08-31T10:17:10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idfk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5229C2-719C-A793-3B22-1CA3AD9C671F}"/>
              </a:ext>
            </a:extLst>
          </p:cNvPr>
          <p:cNvSpPr/>
          <p:nvPr/>
        </p:nvSpPr>
        <p:spPr>
          <a:xfrm>
            <a:off x="1226403" y="1121201"/>
            <a:ext cx="3798626" cy="2342865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tar: 4 Points 4">
            <a:extLst>
              <a:ext uri="{FF2B5EF4-FFF2-40B4-BE49-F238E27FC236}">
                <a16:creationId xmlns:a16="http://schemas.microsoft.com/office/drawing/2014/main" id="{F6095E91-FC38-B641-580D-580BFD931A9C}"/>
              </a:ext>
            </a:extLst>
          </p:cNvPr>
          <p:cNvSpPr/>
          <p:nvPr/>
        </p:nvSpPr>
        <p:spPr>
          <a:xfrm>
            <a:off x="7744697" y="201332"/>
            <a:ext cx="2297373" cy="2513462"/>
          </a:xfrm>
          <a:prstGeom prst="star4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 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7</cp:revision>
  <dcterms:created xsi:type="dcterms:W3CDTF">2013-07-15T20:26:40Z</dcterms:created>
  <dcterms:modified xsi:type="dcterms:W3CDTF">2025-08-31T10:17:20Z</dcterms:modified>
</cp:coreProperties>
</file>