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696" r:id="rId5"/>
  </p:sldMasterIdLst>
  <p:sldIdLst>
    <p:sldId id="257" r:id="rId6"/>
    <p:sldId id="340" r:id="rId7"/>
    <p:sldId id="411" r:id="rId8"/>
    <p:sldId id="423" r:id="rId9"/>
    <p:sldId id="424" r:id="rId10"/>
    <p:sldId id="425" r:id="rId11"/>
    <p:sldId id="426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36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  <p:sldId id="446" r:id="rId31"/>
    <p:sldId id="447" r:id="rId32"/>
    <p:sldId id="448" r:id="rId33"/>
    <p:sldId id="449" r:id="rId34"/>
    <p:sldId id="450" r:id="rId35"/>
    <p:sldId id="451" r:id="rId36"/>
    <p:sldId id="452" r:id="rId37"/>
    <p:sldId id="453" r:id="rId38"/>
    <p:sldId id="454" r:id="rId39"/>
    <p:sldId id="455" r:id="rId40"/>
    <p:sldId id="456" r:id="rId41"/>
    <p:sldId id="370" r:id="rId42"/>
    <p:sldId id="390" r:id="rId43"/>
    <p:sldId id="391" r:id="rId44"/>
    <p:sldId id="415" r:id="rId45"/>
    <p:sldId id="414" r:id="rId46"/>
    <p:sldId id="416" r:id="rId47"/>
    <p:sldId id="369" r:id="rId4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9" userDrawn="1">
          <p15:clr>
            <a:srgbClr val="FDE53C"/>
          </p15:clr>
        </p15:guide>
        <p15:guide id="2" pos="2086" userDrawn="1">
          <p15:clr>
            <a:srgbClr val="FDE53C"/>
          </p15:clr>
        </p15:guide>
        <p15:guide id="3" pos="2358" userDrawn="1">
          <p15:clr>
            <a:srgbClr val="FDE53C"/>
          </p15:clr>
        </p15:guide>
        <p15:guide id="4" pos="2517" userDrawn="1">
          <p15:clr>
            <a:srgbClr val="FDE53C"/>
          </p15:clr>
        </p15:guide>
        <p15:guide id="5" pos="4694" userDrawn="1">
          <p15:clr>
            <a:srgbClr val="FDE53C"/>
          </p15:clr>
        </p15:guide>
        <p15:guide id="6" pos="5397" userDrawn="1">
          <p15:clr>
            <a:srgbClr val="FDE53C"/>
          </p15:clr>
        </p15:guide>
        <p15:guide id="7" orient="horz" pos="781" userDrawn="1">
          <p15:clr>
            <a:srgbClr val="FDE53C"/>
          </p15:clr>
        </p15:guide>
        <p15:guide id="8" orient="horz" pos="259" userDrawn="1">
          <p15:clr>
            <a:srgbClr val="FDE53C"/>
          </p15:clr>
        </p15:guide>
        <p15:guide id="9" orient="horz" pos="2981" userDrawn="1">
          <p15:clr>
            <a:srgbClr val="FDE53C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764" y="56"/>
      </p:cViewPr>
      <p:guideLst>
        <p:guide orient="horz" pos="599"/>
        <p:guide pos="2086"/>
        <p:guide pos="2358"/>
        <p:guide pos="2517"/>
        <p:guide pos="4694"/>
        <p:guide pos="5397"/>
        <p:guide orient="horz" pos="781"/>
        <p:guide orient="horz" pos="259"/>
        <p:guide orient="horz" pos="29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21FBEC1E-77E5-6CD3-5302-DAAC7445AE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93" y="102393"/>
            <a:ext cx="933412" cy="4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7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0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07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51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3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86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5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53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87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02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19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41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39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63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46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250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415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49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2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3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036AB-D6E4-49CE-A53A-70E41C2A65C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9029E-A670-4A68-BA84-4E686A01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0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97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17C6FD0D-1398-4D5C-AFCA-7768D7750BEC}"/>
              </a:ext>
            </a:extLst>
          </p:cNvPr>
          <p:cNvSpPr/>
          <p:nvPr/>
        </p:nvSpPr>
        <p:spPr>
          <a:xfrm>
            <a:off x="3743325" y="2073101"/>
            <a:ext cx="3805555" cy="997297"/>
          </a:xfrm>
          <a:prstGeom prst="round2DiagRect">
            <a:avLst/>
          </a:prstGeom>
          <a:solidFill>
            <a:srgbClr val="243917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2800" b="1" dirty="0">
                <a:solidFill>
                  <a:prstClr val="white"/>
                </a:solidFill>
                <a:latin typeface="Montserrat Black" panose="00000A00000000000000" pitchFamily="2" charset="0"/>
                <a:ea typeface="Verdana"/>
              </a:rPr>
              <a:t>Quantum Mechanical Model</a:t>
            </a:r>
          </a:p>
        </p:txBody>
      </p:sp>
    </p:spTree>
    <p:extLst>
      <p:ext uri="{BB962C8B-B14F-4D97-AF65-F5344CB8AC3E}">
        <p14:creationId xmlns:p14="http://schemas.microsoft.com/office/powerpoint/2010/main" val="1830606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9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Classical mechanics which is based on Newton’s law of motion, describes the motion of all macroscopic objects.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40036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Introduction to Schrodinger’s Wave Mechanical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76C17-0545-495B-BE5E-34AA4B626BF1}"/>
              </a:ext>
            </a:extLst>
          </p:cNvPr>
          <p:cNvSpPr txBox="1"/>
          <p:nvPr/>
        </p:nvSpPr>
        <p:spPr>
          <a:xfrm>
            <a:off x="3311526" y="2420086"/>
            <a:ext cx="525621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Classical mechanics is based upon the particle nature of the object and that’s why it fails when applied to microscopic objects like electron. </a:t>
            </a:r>
          </a:p>
        </p:txBody>
      </p:sp>
    </p:spTree>
    <p:extLst>
      <p:ext uri="{BB962C8B-B14F-4D97-AF65-F5344CB8AC3E}">
        <p14:creationId xmlns:p14="http://schemas.microsoft.com/office/powerpoint/2010/main" val="381296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9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Classical mechanics also ignores the dual 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behaviour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of matter and concept of uncertainty principle.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40036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Introduction to Schrodinger’s Wave Mechanical Model</a:t>
            </a:r>
          </a:p>
        </p:txBody>
      </p:sp>
    </p:spTree>
    <p:extLst>
      <p:ext uri="{BB962C8B-B14F-4D97-AF65-F5344CB8AC3E}">
        <p14:creationId xmlns:p14="http://schemas.microsoft.com/office/powerpoint/2010/main" val="63063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47459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The branch of science that considers dual 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behaviour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(wave and particle nature) of matter is Quantum mechanics.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40036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Introduction to Schrodinger’s Wave Mechanical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76C17-0545-495B-BE5E-34AA4B626BF1}"/>
              </a:ext>
            </a:extLst>
          </p:cNvPr>
          <p:cNvSpPr txBox="1"/>
          <p:nvPr/>
        </p:nvSpPr>
        <p:spPr>
          <a:xfrm>
            <a:off x="3311526" y="2400718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Quantum mechanics when applied to macroscopic objects generates the same results as given by classical mechanics. </a:t>
            </a:r>
          </a:p>
        </p:txBody>
      </p:sp>
    </p:spTree>
    <p:extLst>
      <p:ext uri="{BB962C8B-B14F-4D97-AF65-F5344CB8AC3E}">
        <p14:creationId xmlns:p14="http://schemas.microsoft.com/office/powerpoint/2010/main" val="357768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9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Quantum mechanics was developed independently by Werner Heisenberg and Erwin Schrodinger.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40036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Introduction to Schrodinger’s Wave Mechanical Model</a:t>
            </a:r>
          </a:p>
        </p:txBody>
      </p:sp>
    </p:spTree>
    <p:extLst>
      <p:ext uri="{BB962C8B-B14F-4D97-AF65-F5344CB8AC3E}">
        <p14:creationId xmlns:p14="http://schemas.microsoft.com/office/powerpoint/2010/main" val="307929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0684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This model is based upon Schrodinger wave equation.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7" y="301083"/>
            <a:ext cx="296661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Quantum Mechanical Model of Atom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A0455-3B95-4AC1-BFEE-AD5FFCF978C4}"/>
              </a:ext>
            </a:extLst>
          </p:cNvPr>
          <p:cNvSpPr txBox="1"/>
          <p:nvPr/>
        </p:nvSpPr>
        <p:spPr>
          <a:xfrm>
            <a:off x="3311526" y="2017585"/>
            <a:ext cx="5256212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This fundamental equation of quantum mechanics was developed by Schrodinger, in 1926. For a system (such as atom or molecule, whose energy does not change with time), the 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schrodinger’s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equation is given as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BE5CE3-3132-45BF-8639-9B1FC6FBF298}"/>
                  </a:ext>
                </a:extLst>
              </p:cNvPr>
              <p:cNvSpPr txBox="1"/>
              <p:nvPr/>
            </p:nvSpPr>
            <p:spPr>
              <a:xfrm>
                <a:off x="3311526" y="4009430"/>
                <a:ext cx="5221288" cy="292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defTabSz="457189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sz="1800" b="1" dirty="0">
                    <a:solidFill>
                      <a:prstClr val="white"/>
                    </a:solidFill>
                    <a:latin typeface="Symbol" panose="05050102010706020507" pitchFamily="18" charset="2"/>
                  </a:rPr>
                  <a:t>y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= </a:t>
                </a:r>
                <a:r>
                  <a:rPr lang="en-US" sz="1800" dirty="0" err="1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E</a:t>
                </a:r>
                <a:r>
                  <a:rPr lang="en-US" sz="1800" b="1" dirty="0" err="1">
                    <a:solidFill>
                      <a:prstClr val="white"/>
                    </a:solidFill>
                    <a:latin typeface="Symbol" panose="05050102010706020507" pitchFamily="18" charset="2"/>
                  </a:rPr>
                  <a:t>y</a:t>
                </a:r>
                <a:endParaRPr lang="en-US" sz="1800" dirty="0">
                  <a:solidFill>
                    <a:prstClr val="white"/>
                  </a:solidFill>
                  <a:latin typeface="Montserrat SemiBold" panose="00000700000000000000" pitchFamily="2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BE5CE3-3132-45BF-8639-9B1FC6FB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26" y="4009430"/>
                <a:ext cx="5221288" cy="292196"/>
              </a:xfrm>
              <a:prstGeom prst="rect">
                <a:avLst/>
              </a:prstGeom>
              <a:blipFill>
                <a:blip r:embed="rId2"/>
                <a:stretch>
                  <a:fillRect t="-25000" b="-47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02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1B4625-334D-4529-BE51-83ECF5B728F8}"/>
                  </a:ext>
                </a:extLst>
              </p:cNvPr>
              <p:cNvSpPr txBox="1"/>
              <p:nvPr/>
            </p:nvSpPr>
            <p:spPr>
              <a:xfrm>
                <a:off x="3311526" y="1239839"/>
                <a:ext cx="5256212" cy="11231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/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is a mathematical operator called </a:t>
                </a:r>
                <a:r>
                  <a:rPr lang="en-US" sz="1800" dirty="0" err="1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Hamitlonian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, E is total energy of the system and </a:t>
                </a:r>
                <a:r>
                  <a:rPr lang="en-US" sz="1800" b="1" dirty="0">
                    <a:solidFill>
                      <a:prstClr val="white"/>
                    </a:solidFill>
                    <a:latin typeface="Symbol" panose="05050102010706020507" pitchFamily="18" charset="2"/>
                  </a:rPr>
                  <a:t>y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is the wave function or amplitude of matter wave.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1B4625-334D-4529-BE51-83ECF5B72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26" y="1239839"/>
                <a:ext cx="5256212" cy="1123193"/>
              </a:xfrm>
              <a:prstGeom prst="rect">
                <a:avLst/>
              </a:prstGeom>
              <a:blipFill>
                <a:blip r:embed="rId2"/>
                <a:stretch>
                  <a:fillRect l="-2668" t="-5405" r="-2784" b="-1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7" y="301083"/>
            <a:ext cx="296661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Quantum Mechanical Model of Atom</a:t>
            </a:r>
          </a:p>
        </p:txBody>
      </p:sp>
    </p:spTree>
    <p:extLst>
      <p:ext uri="{BB962C8B-B14F-4D97-AF65-F5344CB8AC3E}">
        <p14:creationId xmlns:p14="http://schemas.microsoft.com/office/powerpoint/2010/main" val="163581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6"/>
            <a:ext cx="52212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Schrodinger Wave Equation–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7" y="301083"/>
            <a:ext cx="296661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Quantum Mechanical Model of Atom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FC2385-3355-4B7B-9EAC-A4A3F4627717}"/>
                  </a:ext>
                </a:extLst>
              </p:cNvPr>
              <p:cNvSpPr txBox="1"/>
              <p:nvPr/>
            </p:nvSpPr>
            <p:spPr>
              <a:xfrm>
                <a:off x="3311526" y="1779803"/>
                <a:ext cx="5184775" cy="516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189"/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prstClr val="white"/>
                            </a:solidFill>
                            <a:latin typeface="Symbol" panose="05050102010706020507" pitchFamily="18" charset="2"/>
                          </a:rPr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dx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prstClr val="white"/>
                            </a:solidFill>
                            <a:latin typeface="Symbol" panose="05050102010706020507" pitchFamily="18" charset="2"/>
                          </a:rPr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dy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prstClr val="white"/>
                            </a:solidFill>
                            <a:latin typeface="Symbol" panose="05050102010706020507" pitchFamily="18" charset="2"/>
                          </a:rPr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dz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8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prstClr val="white"/>
                            </a:solidFill>
                            <a:latin typeface="Symbol" panose="05050102010706020507" pitchFamily="18" charset="2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(E – V)</a:t>
                </a:r>
                <a:r>
                  <a:rPr lang="en-US" sz="1800" b="1" dirty="0">
                    <a:solidFill>
                      <a:prstClr val="white"/>
                    </a:solidFill>
                    <a:latin typeface="Symbol" panose="05050102010706020507" pitchFamily="18" charset="2"/>
                  </a:rPr>
                  <a:t>y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FC2385-3355-4B7B-9EAC-A4A3F4627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26" y="1779803"/>
                <a:ext cx="5184775" cy="516552"/>
              </a:xfrm>
              <a:prstGeom prst="rect">
                <a:avLst/>
              </a:prstGeom>
              <a:blipFill>
                <a:blip r:embed="rId2"/>
                <a:stretch>
                  <a:fillRect b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9BBC889-2A50-46C6-AECE-129E2A78BDEB}"/>
              </a:ext>
            </a:extLst>
          </p:cNvPr>
          <p:cNvSpPr txBox="1"/>
          <p:nvPr/>
        </p:nvSpPr>
        <p:spPr>
          <a:xfrm>
            <a:off x="3311526" y="2558899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h = Planck’s constant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FA4EC-CA92-4A55-9ED9-66747A4408D2}"/>
              </a:ext>
            </a:extLst>
          </p:cNvPr>
          <p:cNvSpPr txBox="1"/>
          <p:nvPr/>
        </p:nvSpPr>
        <p:spPr>
          <a:xfrm>
            <a:off x="3311526" y="3038605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m = mass of electron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A52BD-325B-446E-8F5D-224A93011944}"/>
              </a:ext>
            </a:extLst>
          </p:cNvPr>
          <p:cNvSpPr txBox="1"/>
          <p:nvPr/>
        </p:nvSpPr>
        <p:spPr>
          <a:xfrm>
            <a:off x="3311526" y="3518310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E = total energy (denotes 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quantised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energy)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61009-9958-424C-8545-32E51D00AE83}"/>
              </a:ext>
            </a:extLst>
          </p:cNvPr>
          <p:cNvSpPr txBox="1"/>
          <p:nvPr/>
        </p:nvSpPr>
        <p:spPr>
          <a:xfrm>
            <a:off x="3311526" y="3998014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V = Potential energy</a:t>
            </a:r>
          </a:p>
        </p:txBody>
      </p:sp>
    </p:spTree>
    <p:extLst>
      <p:ext uri="{BB962C8B-B14F-4D97-AF65-F5344CB8AC3E}">
        <p14:creationId xmlns:p14="http://schemas.microsoft.com/office/powerpoint/2010/main" val="4060546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6"/>
            <a:ext cx="52562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Where x, y and z are three space co-ordinates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7" y="301083"/>
            <a:ext cx="296661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Quantum Mechanical Model of Atom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BC889-2A50-46C6-AECE-129E2A78BDEB}"/>
              </a:ext>
            </a:extLst>
          </p:cNvPr>
          <p:cNvSpPr txBox="1"/>
          <p:nvPr/>
        </p:nvSpPr>
        <p:spPr>
          <a:xfrm>
            <a:off x="3311526" y="2047161"/>
            <a:ext cx="52562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= wave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A52BD-325B-446E-8F5D-224A93011944}"/>
              </a:ext>
            </a:extLst>
          </p:cNvPr>
          <p:cNvSpPr txBox="1"/>
          <p:nvPr/>
        </p:nvSpPr>
        <p:spPr>
          <a:xfrm>
            <a:off x="3311526" y="3518310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Þ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double differentiation of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w.r.t.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x, y and z axis</a:t>
            </a:r>
          </a:p>
        </p:txBody>
      </p:sp>
    </p:spTree>
    <p:extLst>
      <p:ext uri="{BB962C8B-B14F-4D97-AF65-F5344CB8AC3E}">
        <p14:creationId xmlns:p14="http://schemas.microsoft.com/office/powerpoint/2010/main" val="903609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6"/>
            <a:ext cx="52212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=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(r)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×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(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q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,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f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)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7" y="301083"/>
            <a:ext cx="296661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Quantum Mechanical Model of Atom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E7EAE8-2CF3-4A1C-9502-4408F0B0C2A3}"/>
              </a:ext>
            </a:extLst>
          </p:cNvPr>
          <p:cNvSpPr/>
          <p:nvPr/>
        </p:nvSpPr>
        <p:spPr>
          <a:xfrm>
            <a:off x="4745928" y="1995766"/>
            <a:ext cx="2099747" cy="2124764"/>
          </a:xfrm>
          <a:prstGeom prst="rect">
            <a:avLst/>
          </a:prstGeom>
          <a:solidFill>
            <a:srgbClr val="C5E0B4">
              <a:alpha val="50196"/>
            </a:srgb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44B2A9-9AC7-4246-910F-66BA7B627CFA}"/>
              </a:ext>
            </a:extLst>
          </p:cNvPr>
          <p:cNvGrpSpPr/>
          <p:nvPr/>
        </p:nvGrpSpPr>
        <p:grpSpPr>
          <a:xfrm>
            <a:off x="4849242" y="2028534"/>
            <a:ext cx="1888582" cy="2032432"/>
            <a:chOff x="3576494" y="1916956"/>
            <a:chExt cx="1888582" cy="20324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831E61E-88E4-4C82-8C2B-81318AF9645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718726" y="2286073"/>
              <a:ext cx="0" cy="1194061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B7C92D0-8693-4191-BA39-5F422CDE64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2372" y="1986655"/>
              <a:ext cx="0" cy="897115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25C73DB-EF20-430F-ABEE-F56A945986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7767" y="2882555"/>
              <a:ext cx="431547" cy="864613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c 30">
              <a:extLst>
                <a:ext uri="{FF2B5EF4-FFF2-40B4-BE49-F238E27FC236}">
                  <a16:creationId xmlns:a16="http://schemas.microsoft.com/office/drawing/2014/main" id="{91FD59D2-58AD-43F7-A262-3612E0BF4736}"/>
                </a:ext>
              </a:extLst>
            </p:cNvPr>
            <p:cNvSpPr/>
            <p:nvPr/>
          </p:nvSpPr>
          <p:spPr>
            <a:xfrm rot="10112683">
              <a:off x="4042768" y="2993837"/>
              <a:ext cx="206727" cy="58950"/>
            </a:xfrm>
            <a:custGeom>
              <a:avLst/>
              <a:gdLst>
                <a:gd name="connsiteX0" fmla="*/ 10236 w 914400"/>
                <a:gd name="connsiteY0" fmla="*/ 553405 h 914400"/>
                <a:gd name="connsiteX1" fmla="*/ 175103 w 914400"/>
                <a:gd name="connsiteY1" fmla="*/ 97404 h 914400"/>
                <a:gd name="connsiteX2" fmla="*/ 657271 w 914400"/>
                <a:gd name="connsiteY2" fmla="*/ 46100 h 914400"/>
                <a:gd name="connsiteX3" fmla="*/ 914400 w 914400"/>
                <a:gd name="connsiteY3" fmla="*/ 457200 h 914400"/>
                <a:gd name="connsiteX4" fmla="*/ 457200 w 914400"/>
                <a:gd name="connsiteY4" fmla="*/ 457200 h 914400"/>
                <a:gd name="connsiteX5" fmla="*/ 10236 w 914400"/>
                <a:gd name="connsiteY5" fmla="*/ 553405 h 914400"/>
                <a:gd name="connsiteX0" fmla="*/ 10236 w 914400"/>
                <a:gd name="connsiteY0" fmla="*/ 553405 h 914400"/>
                <a:gd name="connsiteX1" fmla="*/ 175103 w 914400"/>
                <a:gd name="connsiteY1" fmla="*/ 97404 h 914400"/>
                <a:gd name="connsiteX2" fmla="*/ 657271 w 914400"/>
                <a:gd name="connsiteY2" fmla="*/ 46100 h 914400"/>
                <a:gd name="connsiteX3" fmla="*/ 914400 w 914400"/>
                <a:gd name="connsiteY3" fmla="*/ 457200 h 914400"/>
                <a:gd name="connsiteX0" fmla="*/ 10252 w 2209816"/>
                <a:gd name="connsiteY0" fmla="*/ 805885 h 805885"/>
                <a:gd name="connsiteX1" fmla="*/ 175119 w 2209816"/>
                <a:gd name="connsiteY1" fmla="*/ 349884 h 805885"/>
                <a:gd name="connsiteX2" fmla="*/ 657287 w 2209816"/>
                <a:gd name="connsiteY2" fmla="*/ 298580 h 805885"/>
                <a:gd name="connsiteX3" fmla="*/ 914416 w 2209816"/>
                <a:gd name="connsiteY3" fmla="*/ 709680 h 805885"/>
                <a:gd name="connsiteX4" fmla="*/ 457216 w 2209816"/>
                <a:gd name="connsiteY4" fmla="*/ 709680 h 805885"/>
                <a:gd name="connsiteX5" fmla="*/ 10252 w 2209816"/>
                <a:gd name="connsiteY5" fmla="*/ 805885 h 805885"/>
                <a:gd name="connsiteX0" fmla="*/ 10252 w 2209816"/>
                <a:gd name="connsiteY0" fmla="*/ 805885 h 805885"/>
                <a:gd name="connsiteX1" fmla="*/ 175119 w 2209816"/>
                <a:gd name="connsiteY1" fmla="*/ 349884 h 805885"/>
                <a:gd name="connsiteX2" fmla="*/ 657287 w 2209816"/>
                <a:gd name="connsiteY2" fmla="*/ 298580 h 805885"/>
                <a:gd name="connsiteX3" fmla="*/ 2209816 w 2209816"/>
                <a:gd name="connsiteY3" fmla="*/ 36580 h 805885"/>
                <a:gd name="connsiteX0" fmla="*/ 10252 w 914416"/>
                <a:gd name="connsiteY0" fmla="*/ 553409 h 553409"/>
                <a:gd name="connsiteX1" fmla="*/ 175119 w 914416"/>
                <a:gd name="connsiteY1" fmla="*/ 97408 h 553409"/>
                <a:gd name="connsiteX2" fmla="*/ 657287 w 914416"/>
                <a:gd name="connsiteY2" fmla="*/ 46104 h 553409"/>
                <a:gd name="connsiteX3" fmla="*/ 914416 w 914416"/>
                <a:gd name="connsiteY3" fmla="*/ 457204 h 553409"/>
                <a:gd name="connsiteX4" fmla="*/ 457216 w 914416"/>
                <a:gd name="connsiteY4" fmla="*/ 457204 h 553409"/>
                <a:gd name="connsiteX5" fmla="*/ 10252 w 914416"/>
                <a:gd name="connsiteY5" fmla="*/ 553409 h 553409"/>
                <a:gd name="connsiteX0" fmla="*/ 10252 w 914416"/>
                <a:gd name="connsiteY0" fmla="*/ 553409 h 553409"/>
                <a:gd name="connsiteX1" fmla="*/ 175119 w 914416"/>
                <a:gd name="connsiteY1" fmla="*/ 97408 h 553409"/>
                <a:gd name="connsiteX2" fmla="*/ 657287 w 914416"/>
                <a:gd name="connsiteY2" fmla="*/ 46104 h 553409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21285 w 2359585"/>
                <a:gd name="connsiteY2" fmla="*/ 722600 h 1229905"/>
                <a:gd name="connsiteX3" fmla="*/ 978414 w 2359585"/>
                <a:gd name="connsiteY3" fmla="*/ 1133700 h 1229905"/>
                <a:gd name="connsiteX4" fmla="*/ 521214 w 2359585"/>
                <a:gd name="connsiteY4" fmla="*/ 1133700 h 1229905"/>
                <a:gd name="connsiteX5" fmla="*/ 74250 w 2359585"/>
                <a:gd name="connsiteY5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21285 w 2359585"/>
                <a:gd name="connsiteY2" fmla="*/ 722600 h 1229905"/>
                <a:gd name="connsiteX3" fmla="*/ 521214 w 2359585"/>
                <a:gd name="connsiteY3" fmla="*/ 1133700 h 1229905"/>
                <a:gd name="connsiteX4" fmla="*/ 74250 w 2359585"/>
                <a:gd name="connsiteY4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521214 w 2359585"/>
                <a:gd name="connsiteY2" fmla="*/ 1133700 h 1229905"/>
                <a:gd name="connsiteX3" fmla="*/ 74250 w 2359585"/>
                <a:gd name="connsiteY3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4250 w 2359585"/>
                <a:gd name="connsiteY2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6544 w 2291879"/>
                <a:gd name="connsiteY0" fmla="*/ 1269056 h 1269056"/>
                <a:gd name="connsiteX1" fmla="*/ 171411 w 2291879"/>
                <a:gd name="connsiteY1" fmla="*/ 813055 h 1269056"/>
                <a:gd name="connsiteX2" fmla="*/ 6544 w 2291879"/>
                <a:gd name="connsiteY2" fmla="*/ 1269056 h 1269056"/>
                <a:gd name="connsiteX0" fmla="*/ 6544 w 2291879"/>
                <a:gd name="connsiteY0" fmla="*/ 1269056 h 1269056"/>
                <a:gd name="connsiteX1" fmla="*/ 1009611 w 2291879"/>
                <a:gd name="connsiteY1" fmla="*/ 178055 h 1269056"/>
                <a:gd name="connsiteX2" fmla="*/ 2291879 w 2291879"/>
                <a:gd name="connsiteY2" fmla="*/ 45471 h 1269056"/>
                <a:gd name="connsiteX0" fmla="*/ 24299 w 2309634"/>
                <a:gd name="connsiteY0" fmla="*/ 1269386 h 1277006"/>
                <a:gd name="connsiteX1" fmla="*/ 189166 w 2309634"/>
                <a:gd name="connsiteY1" fmla="*/ 813385 h 1277006"/>
                <a:gd name="connsiteX2" fmla="*/ 24299 w 2309634"/>
                <a:gd name="connsiteY2" fmla="*/ 1269386 h 1277006"/>
                <a:gd name="connsiteX0" fmla="*/ 1439 w 2309634"/>
                <a:gd name="connsiteY0" fmla="*/ 1277006 h 1277006"/>
                <a:gd name="connsiteX1" fmla="*/ 1027366 w 2309634"/>
                <a:gd name="connsiteY1" fmla="*/ 178385 h 1277006"/>
                <a:gd name="connsiteX2" fmla="*/ 2309634 w 2309634"/>
                <a:gd name="connsiteY2" fmla="*/ 45801 h 1277006"/>
                <a:gd name="connsiteX0" fmla="*/ 54729 w 2340064"/>
                <a:gd name="connsiteY0" fmla="*/ 1269717 h 1284957"/>
                <a:gd name="connsiteX1" fmla="*/ 219596 w 2340064"/>
                <a:gd name="connsiteY1" fmla="*/ 813716 h 1284957"/>
                <a:gd name="connsiteX2" fmla="*/ 54729 w 2340064"/>
                <a:gd name="connsiteY2" fmla="*/ 1269717 h 1284957"/>
                <a:gd name="connsiteX0" fmla="*/ 1389 w 2340064"/>
                <a:gd name="connsiteY0" fmla="*/ 1284957 h 1284957"/>
                <a:gd name="connsiteX1" fmla="*/ 1057796 w 2340064"/>
                <a:gd name="connsiteY1" fmla="*/ 178716 h 1284957"/>
                <a:gd name="connsiteX2" fmla="*/ 2340064 w 2340064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73375 h 1288615"/>
                <a:gd name="connsiteX1" fmla="*/ 218207 w 2338675"/>
                <a:gd name="connsiteY1" fmla="*/ 817374 h 1288615"/>
                <a:gd name="connsiteX2" fmla="*/ 53340 w 2338675"/>
                <a:gd name="connsiteY2" fmla="*/ 1273375 h 1288615"/>
                <a:gd name="connsiteX0" fmla="*/ 0 w 2338675"/>
                <a:gd name="connsiteY0" fmla="*/ 1288615 h 1288615"/>
                <a:gd name="connsiteX1" fmla="*/ 1196107 w 2338675"/>
                <a:gd name="connsiteY1" fmla="*/ 144274 h 1288615"/>
                <a:gd name="connsiteX2" fmla="*/ 2338675 w 2338675"/>
                <a:gd name="connsiteY2" fmla="*/ 49790 h 1288615"/>
                <a:gd name="connsiteX0" fmla="*/ 53340 w 1196107"/>
                <a:gd name="connsiteY0" fmla="*/ 1129101 h 1144341"/>
                <a:gd name="connsiteX1" fmla="*/ 218207 w 1196107"/>
                <a:gd name="connsiteY1" fmla="*/ 673100 h 1144341"/>
                <a:gd name="connsiteX2" fmla="*/ 53340 w 1196107"/>
                <a:gd name="connsiteY2" fmla="*/ 1129101 h 1144341"/>
                <a:gd name="connsiteX0" fmla="*/ 0 w 1196107"/>
                <a:gd name="connsiteY0" fmla="*/ 1144341 h 1144341"/>
                <a:gd name="connsiteX1" fmla="*/ 1196107 w 1196107"/>
                <a:gd name="connsiteY1" fmla="*/ 0 h 1144341"/>
                <a:gd name="connsiteX0" fmla="*/ 53340 w 1390842"/>
                <a:gd name="connsiteY0" fmla="*/ 1113627 h 1128867"/>
                <a:gd name="connsiteX1" fmla="*/ 218207 w 1390842"/>
                <a:gd name="connsiteY1" fmla="*/ 657626 h 1128867"/>
                <a:gd name="connsiteX2" fmla="*/ 53340 w 1390842"/>
                <a:gd name="connsiteY2" fmla="*/ 1113627 h 1128867"/>
                <a:gd name="connsiteX0" fmla="*/ 0 w 1390842"/>
                <a:gd name="connsiteY0" fmla="*/ 1128867 h 1128867"/>
                <a:gd name="connsiteX1" fmla="*/ 1390842 w 1390842"/>
                <a:gd name="connsiteY1" fmla="*/ 0 h 1128867"/>
                <a:gd name="connsiteX0" fmla="*/ 53340 w 1376237"/>
                <a:gd name="connsiteY0" fmla="*/ 1107825 h 1123065"/>
                <a:gd name="connsiteX1" fmla="*/ 218207 w 1376237"/>
                <a:gd name="connsiteY1" fmla="*/ 651824 h 1123065"/>
                <a:gd name="connsiteX2" fmla="*/ 53340 w 1376237"/>
                <a:gd name="connsiteY2" fmla="*/ 1107825 h 1123065"/>
                <a:gd name="connsiteX0" fmla="*/ 0 w 1376237"/>
                <a:gd name="connsiteY0" fmla="*/ 1123065 h 1123065"/>
                <a:gd name="connsiteX1" fmla="*/ 1376237 w 1376237"/>
                <a:gd name="connsiteY1" fmla="*/ 0 h 1123065"/>
                <a:gd name="connsiteX0" fmla="*/ 53340 w 1376237"/>
                <a:gd name="connsiteY0" fmla="*/ 1109136 h 1124376"/>
                <a:gd name="connsiteX1" fmla="*/ 218207 w 1376237"/>
                <a:gd name="connsiteY1" fmla="*/ 653135 h 1124376"/>
                <a:gd name="connsiteX2" fmla="*/ 53340 w 1376237"/>
                <a:gd name="connsiteY2" fmla="*/ 1109136 h 1124376"/>
                <a:gd name="connsiteX0" fmla="*/ 0 w 1376237"/>
                <a:gd name="connsiteY0" fmla="*/ 1124376 h 1124376"/>
                <a:gd name="connsiteX1" fmla="*/ 1376237 w 1376237"/>
                <a:gd name="connsiteY1" fmla="*/ 1311 h 1124376"/>
                <a:gd name="connsiteX0" fmla="*/ 53340 w 1376237"/>
                <a:gd name="connsiteY0" fmla="*/ 1107825 h 1123065"/>
                <a:gd name="connsiteX1" fmla="*/ 218207 w 1376237"/>
                <a:gd name="connsiteY1" fmla="*/ 651824 h 1123065"/>
                <a:gd name="connsiteX2" fmla="*/ 53340 w 1376237"/>
                <a:gd name="connsiteY2" fmla="*/ 1107825 h 1123065"/>
                <a:gd name="connsiteX0" fmla="*/ 0 w 1376237"/>
                <a:gd name="connsiteY0" fmla="*/ 1123065 h 1123065"/>
                <a:gd name="connsiteX1" fmla="*/ 1376237 w 1376237"/>
                <a:gd name="connsiteY1" fmla="*/ 0 h 1123065"/>
                <a:gd name="connsiteX0" fmla="*/ 53340 w 826344"/>
                <a:gd name="connsiteY0" fmla="*/ 623321 h 638561"/>
                <a:gd name="connsiteX1" fmla="*/ 218207 w 826344"/>
                <a:gd name="connsiteY1" fmla="*/ 167320 h 638561"/>
                <a:gd name="connsiteX2" fmla="*/ 53340 w 826344"/>
                <a:gd name="connsiteY2" fmla="*/ 623321 h 638561"/>
                <a:gd name="connsiteX0" fmla="*/ 0 w 826344"/>
                <a:gd name="connsiteY0" fmla="*/ 638561 h 638561"/>
                <a:gd name="connsiteX1" fmla="*/ 826345 w 826344"/>
                <a:gd name="connsiteY1" fmla="*/ 2156 h 638561"/>
                <a:gd name="connsiteX0" fmla="*/ 53340 w 826344"/>
                <a:gd name="connsiteY0" fmla="*/ 623321 h 638561"/>
                <a:gd name="connsiteX1" fmla="*/ 97626 w 826344"/>
                <a:gd name="connsiteY1" fmla="*/ 239498 h 638561"/>
                <a:gd name="connsiteX2" fmla="*/ 53340 w 826344"/>
                <a:gd name="connsiteY2" fmla="*/ 623321 h 638561"/>
                <a:gd name="connsiteX0" fmla="*/ 0 w 826344"/>
                <a:gd name="connsiteY0" fmla="*/ 638561 h 638561"/>
                <a:gd name="connsiteX1" fmla="*/ 826345 w 826344"/>
                <a:gd name="connsiteY1" fmla="*/ 2156 h 638561"/>
                <a:gd name="connsiteX0" fmla="*/ 108076 w 881080"/>
                <a:gd name="connsiteY0" fmla="*/ 621164 h 636404"/>
                <a:gd name="connsiteX1" fmla="*/ 152362 w 881080"/>
                <a:gd name="connsiteY1" fmla="*/ 237341 h 636404"/>
                <a:gd name="connsiteX2" fmla="*/ 108076 w 881080"/>
                <a:gd name="connsiteY2" fmla="*/ 621164 h 636404"/>
                <a:gd name="connsiteX0" fmla="*/ 54736 w 881080"/>
                <a:gd name="connsiteY0" fmla="*/ 636404 h 636404"/>
                <a:gd name="connsiteX1" fmla="*/ 881081 w 881080"/>
                <a:gd name="connsiteY1" fmla="*/ -1 h 636404"/>
                <a:gd name="connsiteX0" fmla="*/ 108080 w 881084"/>
                <a:gd name="connsiteY0" fmla="*/ 621164 h 636404"/>
                <a:gd name="connsiteX1" fmla="*/ 284771 w 881084"/>
                <a:gd name="connsiteY1" fmla="*/ 506776 h 636404"/>
                <a:gd name="connsiteX2" fmla="*/ 108080 w 881084"/>
                <a:gd name="connsiteY2" fmla="*/ 621164 h 636404"/>
                <a:gd name="connsiteX0" fmla="*/ 54740 w 881084"/>
                <a:gd name="connsiteY0" fmla="*/ 636404 h 636404"/>
                <a:gd name="connsiteX1" fmla="*/ 881085 w 881084"/>
                <a:gd name="connsiteY1" fmla="*/ -1 h 636404"/>
                <a:gd name="connsiteX0" fmla="*/ 118541 w 891545"/>
                <a:gd name="connsiteY0" fmla="*/ 621164 h 721833"/>
                <a:gd name="connsiteX1" fmla="*/ 295232 w 891545"/>
                <a:gd name="connsiteY1" fmla="*/ 506776 h 721833"/>
                <a:gd name="connsiteX2" fmla="*/ 118541 w 891545"/>
                <a:gd name="connsiteY2" fmla="*/ 621164 h 721833"/>
                <a:gd name="connsiteX0" fmla="*/ 54011 w 891545"/>
                <a:gd name="connsiteY0" fmla="*/ 721832 h 721833"/>
                <a:gd name="connsiteX1" fmla="*/ 891546 w 891545"/>
                <a:gd name="connsiteY1" fmla="*/ -1 h 721833"/>
                <a:gd name="connsiteX0" fmla="*/ 121424 w 894428"/>
                <a:gd name="connsiteY0" fmla="*/ 661059 h 761728"/>
                <a:gd name="connsiteX1" fmla="*/ 298115 w 894428"/>
                <a:gd name="connsiteY1" fmla="*/ 546671 h 761728"/>
                <a:gd name="connsiteX2" fmla="*/ 121424 w 894428"/>
                <a:gd name="connsiteY2" fmla="*/ 661059 h 761728"/>
                <a:gd name="connsiteX0" fmla="*/ 56894 w 894428"/>
                <a:gd name="connsiteY0" fmla="*/ 761727 h 761728"/>
                <a:gd name="connsiteX1" fmla="*/ 894429 w 894428"/>
                <a:gd name="connsiteY1" fmla="*/ 39894 h 761728"/>
                <a:gd name="connsiteX0" fmla="*/ 149600 w 922604"/>
                <a:gd name="connsiteY0" fmla="*/ 660232 h 760901"/>
                <a:gd name="connsiteX1" fmla="*/ 326291 w 922604"/>
                <a:gd name="connsiteY1" fmla="*/ 545844 h 760901"/>
                <a:gd name="connsiteX2" fmla="*/ 149600 w 922604"/>
                <a:gd name="connsiteY2" fmla="*/ 660232 h 760901"/>
                <a:gd name="connsiteX0" fmla="*/ 85070 w 922604"/>
                <a:gd name="connsiteY0" fmla="*/ 760900 h 760901"/>
                <a:gd name="connsiteX1" fmla="*/ 922605 w 922604"/>
                <a:gd name="connsiteY1" fmla="*/ 39067 h 760901"/>
                <a:gd name="connsiteX0" fmla="*/ 132107 w 1148767"/>
                <a:gd name="connsiteY0" fmla="*/ 386123 h 486792"/>
                <a:gd name="connsiteX1" fmla="*/ 308798 w 1148767"/>
                <a:gd name="connsiteY1" fmla="*/ 271735 h 486792"/>
                <a:gd name="connsiteX2" fmla="*/ 132107 w 1148767"/>
                <a:gd name="connsiteY2" fmla="*/ 386123 h 486792"/>
                <a:gd name="connsiteX0" fmla="*/ 67577 w 1148767"/>
                <a:gd name="connsiteY0" fmla="*/ 486791 h 486792"/>
                <a:gd name="connsiteX1" fmla="*/ 1148769 w 1148767"/>
                <a:gd name="connsiteY1" fmla="*/ 74160 h 486792"/>
                <a:gd name="connsiteX0" fmla="*/ 129161 w 1145821"/>
                <a:gd name="connsiteY0" fmla="*/ 589620 h 690289"/>
                <a:gd name="connsiteX1" fmla="*/ 305852 w 1145821"/>
                <a:gd name="connsiteY1" fmla="*/ 475232 h 690289"/>
                <a:gd name="connsiteX2" fmla="*/ 129161 w 1145821"/>
                <a:gd name="connsiteY2" fmla="*/ 589620 h 690289"/>
                <a:gd name="connsiteX0" fmla="*/ 64631 w 1145821"/>
                <a:gd name="connsiteY0" fmla="*/ 690288 h 690289"/>
                <a:gd name="connsiteX1" fmla="*/ 1145823 w 1145821"/>
                <a:gd name="connsiteY1" fmla="*/ 277657 h 690289"/>
                <a:gd name="connsiteX0" fmla="*/ 141885 w 956598"/>
                <a:gd name="connsiteY0" fmla="*/ 533788 h 634457"/>
                <a:gd name="connsiteX1" fmla="*/ 318576 w 956598"/>
                <a:gd name="connsiteY1" fmla="*/ 419400 h 634457"/>
                <a:gd name="connsiteX2" fmla="*/ 141885 w 956598"/>
                <a:gd name="connsiteY2" fmla="*/ 533788 h 634457"/>
                <a:gd name="connsiteX0" fmla="*/ 77355 w 956598"/>
                <a:gd name="connsiteY0" fmla="*/ 634456 h 634457"/>
                <a:gd name="connsiteX1" fmla="*/ 956600 w 956598"/>
                <a:gd name="connsiteY1" fmla="*/ 295889 h 634457"/>
                <a:gd name="connsiteX0" fmla="*/ 154345 w 969058"/>
                <a:gd name="connsiteY0" fmla="*/ 494396 h 595065"/>
                <a:gd name="connsiteX1" fmla="*/ 331036 w 969058"/>
                <a:gd name="connsiteY1" fmla="*/ 380008 h 595065"/>
                <a:gd name="connsiteX2" fmla="*/ 154345 w 969058"/>
                <a:gd name="connsiteY2" fmla="*/ 494396 h 595065"/>
                <a:gd name="connsiteX0" fmla="*/ 89815 w 969058"/>
                <a:gd name="connsiteY0" fmla="*/ 595064 h 595065"/>
                <a:gd name="connsiteX1" fmla="*/ 969060 w 969058"/>
                <a:gd name="connsiteY1" fmla="*/ 256497 h 595065"/>
                <a:gd name="connsiteX0" fmla="*/ 153099 w 967812"/>
                <a:gd name="connsiteY0" fmla="*/ 608548 h 709217"/>
                <a:gd name="connsiteX1" fmla="*/ 329790 w 967812"/>
                <a:gd name="connsiteY1" fmla="*/ 494160 h 709217"/>
                <a:gd name="connsiteX2" fmla="*/ 153099 w 967812"/>
                <a:gd name="connsiteY2" fmla="*/ 608548 h 709217"/>
                <a:gd name="connsiteX0" fmla="*/ 88569 w 967812"/>
                <a:gd name="connsiteY0" fmla="*/ 709216 h 709217"/>
                <a:gd name="connsiteX1" fmla="*/ 967814 w 967812"/>
                <a:gd name="connsiteY1" fmla="*/ 370649 h 709217"/>
                <a:gd name="connsiteX0" fmla="*/ 178253 w 992966"/>
                <a:gd name="connsiteY0" fmla="*/ 589456 h 690125"/>
                <a:gd name="connsiteX1" fmla="*/ 354944 w 992966"/>
                <a:gd name="connsiteY1" fmla="*/ 475068 h 690125"/>
                <a:gd name="connsiteX2" fmla="*/ 178253 w 992966"/>
                <a:gd name="connsiteY2" fmla="*/ 589456 h 690125"/>
                <a:gd name="connsiteX0" fmla="*/ 113723 w 992966"/>
                <a:gd name="connsiteY0" fmla="*/ 690124 h 690125"/>
                <a:gd name="connsiteX1" fmla="*/ 992968 w 992966"/>
                <a:gd name="connsiteY1" fmla="*/ 351557 h 690125"/>
                <a:gd name="connsiteX0" fmla="*/ 174774 w 989487"/>
                <a:gd name="connsiteY0" fmla="*/ 640484 h 741153"/>
                <a:gd name="connsiteX1" fmla="*/ 351465 w 989487"/>
                <a:gd name="connsiteY1" fmla="*/ 526096 h 741153"/>
                <a:gd name="connsiteX2" fmla="*/ 174774 w 989487"/>
                <a:gd name="connsiteY2" fmla="*/ 640484 h 741153"/>
                <a:gd name="connsiteX0" fmla="*/ 110244 w 989487"/>
                <a:gd name="connsiteY0" fmla="*/ 741152 h 741153"/>
                <a:gd name="connsiteX1" fmla="*/ 989489 w 989487"/>
                <a:gd name="connsiteY1" fmla="*/ 402585 h 741153"/>
                <a:gd name="connsiteX0" fmla="*/ 299558 w 1114271"/>
                <a:gd name="connsiteY0" fmla="*/ 635213 h 756403"/>
                <a:gd name="connsiteX1" fmla="*/ 476249 w 1114271"/>
                <a:gd name="connsiteY1" fmla="*/ 520825 h 756403"/>
                <a:gd name="connsiteX2" fmla="*/ 299558 w 1114271"/>
                <a:gd name="connsiteY2" fmla="*/ 635213 h 756403"/>
                <a:gd name="connsiteX0" fmla="*/ 93277 w 1114271"/>
                <a:gd name="connsiteY0" fmla="*/ 756404 h 756403"/>
                <a:gd name="connsiteX1" fmla="*/ 1114273 w 1114271"/>
                <a:gd name="connsiteY1" fmla="*/ 397314 h 756403"/>
                <a:gd name="connsiteX0" fmla="*/ 188895 w 1003608"/>
                <a:gd name="connsiteY0" fmla="*/ 592860 h 898809"/>
                <a:gd name="connsiteX1" fmla="*/ 365586 w 1003608"/>
                <a:gd name="connsiteY1" fmla="*/ 478472 h 898809"/>
                <a:gd name="connsiteX2" fmla="*/ 188895 w 1003608"/>
                <a:gd name="connsiteY2" fmla="*/ 592860 h 898809"/>
                <a:gd name="connsiteX0" fmla="*/ 108020 w 1003608"/>
                <a:gd name="connsiteY0" fmla="*/ 898810 h 898809"/>
                <a:gd name="connsiteX1" fmla="*/ 1003610 w 1003608"/>
                <a:gd name="connsiteY1" fmla="*/ 354961 h 898809"/>
                <a:gd name="connsiteX0" fmla="*/ 299103 w 1113816"/>
                <a:gd name="connsiteY0" fmla="*/ 604227 h 910176"/>
                <a:gd name="connsiteX1" fmla="*/ 475794 w 1113816"/>
                <a:gd name="connsiteY1" fmla="*/ 489839 h 910176"/>
                <a:gd name="connsiteX2" fmla="*/ 299103 w 1113816"/>
                <a:gd name="connsiteY2" fmla="*/ 604227 h 910176"/>
                <a:gd name="connsiteX0" fmla="*/ 218228 w 1113816"/>
                <a:gd name="connsiteY0" fmla="*/ 910177 h 910176"/>
                <a:gd name="connsiteX1" fmla="*/ 1113818 w 1113816"/>
                <a:gd name="connsiteY1" fmla="*/ 366328 h 910176"/>
                <a:gd name="connsiteX0" fmla="*/ 310620 w 1060312"/>
                <a:gd name="connsiteY0" fmla="*/ 643289 h 949238"/>
                <a:gd name="connsiteX1" fmla="*/ 487311 w 1060312"/>
                <a:gd name="connsiteY1" fmla="*/ 528901 h 949238"/>
                <a:gd name="connsiteX2" fmla="*/ 310620 w 1060312"/>
                <a:gd name="connsiteY2" fmla="*/ 643289 h 949238"/>
                <a:gd name="connsiteX0" fmla="*/ 229745 w 1060312"/>
                <a:gd name="connsiteY0" fmla="*/ 949239 h 949238"/>
                <a:gd name="connsiteX1" fmla="*/ 1060311 w 1060312"/>
                <a:gd name="connsiteY1" fmla="*/ 355815 h 949238"/>
                <a:gd name="connsiteX0" fmla="*/ 310390 w 1061333"/>
                <a:gd name="connsiteY0" fmla="*/ 585996 h 891945"/>
                <a:gd name="connsiteX1" fmla="*/ 487081 w 1061333"/>
                <a:gd name="connsiteY1" fmla="*/ 471608 h 891945"/>
                <a:gd name="connsiteX2" fmla="*/ 310390 w 1061333"/>
                <a:gd name="connsiteY2" fmla="*/ 585996 h 891945"/>
                <a:gd name="connsiteX0" fmla="*/ 229515 w 1061333"/>
                <a:gd name="connsiteY0" fmla="*/ 891946 h 891945"/>
                <a:gd name="connsiteX1" fmla="*/ 1061333 w 1061333"/>
                <a:gd name="connsiteY1" fmla="*/ 371487 h 891945"/>
                <a:gd name="connsiteX0" fmla="*/ 288353 w 1039296"/>
                <a:gd name="connsiteY0" fmla="*/ 590611 h 876112"/>
                <a:gd name="connsiteX1" fmla="*/ 465044 w 1039296"/>
                <a:gd name="connsiteY1" fmla="*/ 476223 h 876112"/>
                <a:gd name="connsiteX2" fmla="*/ 288353 w 1039296"/>
                <a:gd name="connsiteY2" fmla="*/ 590611 h 876112"/>
                <a:gd name="connsiteX0" fmla="*/ 234632 w 1039296"/>
                <a:gd name="connsiteY0" fmla="*/ 876110 h 876112"/>
                <a:gd name="connsiteX1" fmla="*/ 1039296 w 1039296"/>
                <a:gd name="connsiteY1" fmla="*/ 376102 h 876112"/>
                <a:gd name="connsiteX0" fmla="*/ 136389 w 887332"/>
                <a:gd name="connsiteY0" fmla="*/ 569034 h 854535"/>
                <a:gd name="connsiteX1" fmla="*/ 313080 w 887332"/>
                <a:gd name="connsiteY1" fmla="*/ 454646 h 854535"/>
                <a:gd name="connsiteX2" fmla="*/ 136389 w 887332"/>
                <a:gd name="connsiteY2" fmla="*/ 569034 h 854535"/>
                <a:gd name="connsiteX0" fmla="*/ 82668 w 887332"/>
                <a:gd name="connsiteY0" fmla="*/ 854533 h 854535"/>
                <a:gd name="connsiteX1" fmla="*/ 887332 w 887332"/>
                <a:gd name="connsiteY1" fmla="*/ 354525 h 854535"/>
                <a:gd name="connsiteX0" fmla="*/ 123992 w 874935"/>
                <a:gd name="connsiteY0" fmla="*/ 561896 h 847397"/>
                <a:gd name="connsiteX1" fmla="*/ 300683 w 874935"/>
                <a:gd name="connsiteY1" fmla="*/ 447508 h 847397"/>
                <a:gd name="connsiteX2" fmla="*/ 123992 w 874935"/>
                <a:gd name="connsiteY2" fmla="*/ 561896 h 847397"/>
                <a:gd name="connsiteX0" fmla="*/ 70271 w 874935"/>
                <a:gd name="connsiteY0" fmla="*/ 847395 h 847397"/>
                <a:gd name="connsiteX1" fmla="*/ 874935 w 874935"/>
                <a:gd name="connsiteY1" fmla="*/ 347387 h 847397"/>
                <a:gd name="connsiteX0" fmla="*/ 104161 w 855104"/>
                <a:gd name="connsiteY0" fmla="*/ 610846 h 896347"/>
                <a:gd name="connsiteX1" fmla="*/ 280852 w 855104"/>
                <a:gd name="connsiteY1" fmla="*/ 496458 h 896347"/>
                <a:gd name="connsiteX2" fmla="*/ 104161 w 855104"/>
                <a:gd name="connsiteY2" fmla="*/ 610846 h 896347"/>
                <a:gd name="connsiteX0" fmla="*/ 50440 w 855104"/>
                <a:gd name="connsiteY0" fmla="*/ 896345 h 896347"/>
                <a:gd name="connsiteX1" fmla="*/ 855104 w 855104"/>
                <a:gd name="connsiteY1" fmla="*/ 396337 h 896347"/>
                <a:gd name="connsiteX0" fmla="*/ 53721 w 804664"/>
                <a:gd name="connsiteY0" fmla="*/ 574243 h 859744"/>
                <a:gd name="connsiteX1" fmla="*/ 230412 w 804664"/>
                <a:gd name="connsiteY1" fmla="*/ 459855 h 859744"/>
                <a:gd name="connsiteX2" fmla="*/ 53721 w 804664"/>
                <a:gd name="connsiteY2" fmla="*/ 574243 h 859744"/>
                <a:gd name="connsiteX0" fmla="*/ 0 w 804664"/>
                <a:gd name="connsiteY0" fmla="*/ 859742 h 859744"/>
                <a:gd name="connsiteX1" fmla="*/ 804664 w 804664"/>
                <a:gd name="connsiteY1" fmla="*/ 359734 h 859744"/>
                <a:gd name="connsiteX0" fmla="*/ 6090 w 757033"/>
                <a:gd name="connsiteY0" fmla="*/ 611288 h 737354"/>
                <a:gd name="connsiteX1" fmla="*/ 182781 w 757033"/>
                <a:gd name="connsiteY1" fmla="*/ 496900 h 737354"/>
                <a:gd name="connsiteX2" fmla="*/ 6090 w 757033"/>
                <a:gd name="connsiteY2" fmla="*/ 611288 h 737354"/>
                <a:gd name="connsiteX0" fmla="*/ 92338 w 757033"/>
                <a:gd name="connsiteY0" fmla="*/ 737354 h 737354"/>
                <a:gd name="connsiteX1" fmla="*/ 757033 w 757033"/>
                <a:gd name="connsiteY1" fmla="*/ 396779 h 737354"/>
                <a:gd name="connsiteX0" fmla="*/ 6090 w 757033"/>
                <a:gd name="connsiteY0" fmla="*/ 599621 h 725687"/>
                <a:gd name="connsiteX1" fmla="*/ 182781 w 757033"/>
                <a:gd name="connsiteY1" fmla="*/ 485233 h 725687"/>
                <a:gd name="connsiteX2" fmla="*/ 6090 w 757033"/>
                <a:gd name="connsiteY2" fmla="*/ 599621 h 725687"/>
                <a:gd name="connsiteX0" fmla="*/ 92338 w 757033"/>
                <a:gd name="connsiteY0" fmla="*/ 725687 h 725687"/>
                <a:gd name="connsiteX1" fmla="*/ 757033 w 757033"/>
                <a:gd name="connsiteY1" fmla="*/ 385112 h 725687"/>
                <a:gd name="connsiteX0" fmla="*/ 6090 w 757033"/>
                <a:gd name="connsiteY0" fmla="*/ 637769 h 763835"/>
                <a:gd name="connsiteX1" fmla="*/ 182781 w 757033"/>
                <a:gd name="connsiteY1" fmla="*/ 523381 h 763835"/>
                <a:gd name="connsiteX2" fmla="*/ 6090 w 757033"/>
                <a:gd name="connsiteY2" fmla="*/ 637769 h 763835"/>
                <a:gd name="connsiteX0" fmla="*/ 92338 w 757033"/>
                <a:gd name="connsiteY0" fmla="*/ 763835 h 763835"/>
                <a:gd name="connsiteX1" fmla="*/ 757033 w 757033"/>
                <a:gd name="connsiteY1" fmla="*/ 423260 h 763835"/>
                <a:gd name="connsiteX0" fmla="*/ 6090 w 757033"/>
                <a:gd name="connsiteY0" fmla="*/ 690193 h 690191"/>
                <a:gd name="connsiteX1" fmla="*/ 182781 w 757033"/>
                <a:gd name="connsiteY1" fmla="*/ 575805 h 690191"/>
                <a:gd name="connsiteX2" fmla="*/ 6090 w 757033"/>
                <a:gd name="connsiteY2" fmla="*/ 690193 h 690191"/>
                <a:gd name="connsiteX0" fmla="*/ 85308 w 757033"/>
                <a:gd name="connsiteY0" fmla="*/ 622768 h 690191"/>
                <a:gd name="connsiteX1" fmla="*/ 757033 w 757033"/>
                <a:gd name="connsiteY1" fmla="*/ 475684 h 690191"/>
                <a:gd name="connsiteX0" fmla="*/ 6090 w 757033"/>
                <a:gd name="connsiteY0" fmla="*/ 690193 h 690191"/>
                <a:gd name="connsiteX1" fmla="*/ 182781 w 757033"/>
                <a:gd name="connsiteY1" fmla="*/ 575805 h 690191"/>
                <a:gd name="connsiteX2" fmla="*/ 6090 w 757033"/>
                <a:gd name="connsiteY2" fmla="*/ 690193 h 690191"/>
                <a:gd name="connsiteX0" fmla="*/ 85308 w 757033"/>
                <a:gd name="connsiteY0" fmla="*/ 622768 h 690191"/>
                <a:gd name="connsiteX1" fmla="*/ 757033 w 757033"/>
                <a:gd name="connsiteY1" fmla="*/ 475684 h 690191"/>
                <a:gd name="connsiteX0" fmla="*/ 33573 w 784516"/>
                <a:gd name="connsiteY0" fmla="*/ 669260 h 674255"/>
                <a:gd name="connsiteX1" fmla="*/ 210264 w 784516"/>
                <a:gd name="connsiteY1" fmla="*/ 554872 h 674255"/>
                <a:gd name="connsiteX2" fmla="*/ 33573 w 784516"/>
                <a:gd name="connsiteY2" fmla="*/ 669260 h 674255"/>
                <a:gd name="connsiteX0" fmla="*/ 47494 w 784516"/>
                <a:gd name="connsiteY0" fmla="*/ 674254 h 674255"/>
                <a:gd name="connsiteX1" fmla="*/ 784516 w 784516"/>
                <a:gd name="connsiteY1" fmla="*/ 454751 h 674255"/>
                <a:gd name="connsiteX0" fmla="*/ 6090 w 757033"/>
                <a:gd name="connsiteY0" fmla="*/ 668660 h 675818"/>
                <a:gd name="connsiteX1" fmla="*/ 182781 w 757033"/>
                <a:gd name="connsiteY1" fmla="*/ 554272 h 675818"/>
                <a:gd name="connsiteX2" fmla="*/ 6090 w 757033"/>
                <a:gd name="connsiteY2" fmla="*/ 668660 h 675818"/>
                <a:gd name="connsiteX0" fmla="*/ 93677 w 757033"/>
                <a:gd name="connsiteY0" fmla="*/ 675816 h 675818"/>
                <a:gd name="connsiteX1" fmla="*/ 757033 w 757033"/>
                <a:gd name="connsiteY1" fmla="*/ 454151 h 675818"/>
                <a:gd name="connsiteX0" fmla="*/ 6090 w 757033"/>
                <a:gd name="connsiteY0" fmla="*/ 619701 h 626859"/>
                <a:gd name="connsiteX1" fmla="*/ 182781 w 757033"/>
                <a:gd name="connsiteY1" fmla="*/ 505313 h 626859"/>
                <a:gd name="connsiteX2" fmla="*/ 6090 w 757033"/>
                <a:gd name="connsiteY2" fmla="*/ 619701 h 626859"/>
                <a:gd name="connsiteX0" fmla="*/ 93677 w 757033"/>
                <a:gd name="connsiteY0" fmla="*/ 626857 h 626859"/>
                <a:gd name="connsiteX1" fmla="*/ 757033 w 757033"/>
                <a:gd name="connsiteY1" fmla="*/ 405192 h 626859"/>
                <a:gd name="connsiteX0" fmla="*/ 6090 w 757033"/>
                <a:gd name="connsiteY0" fmla="*/ 690609 h 697767"/>
                <a:gd name="connsiteX1" fmla="*/ 182781 w 757033"/>
                <a:gd name="connsiteY1" fmla="*/ 576221 h 697767"/>
                <a:gd name="connsiteX2" fmla="*/ 6090 w 757033"/>
                <a:gd name="connsiteY2" fmla="*/ 690609 h 697767"/>
                <a:gd name="connsiteX0" fmla="*/ 93677 w 757033"/>
                <a:gd name="connsiteY0" fmla="*/ 697765 h 697767"/>
                <a:gd name="connsiteX1" fmla="*/ 757033 w 757033"/>
                <a:gd name="connsiteY1" fmla="*/ 476100 h 697767"/>
                <a:gd name="connsiteX0" fmla="*/ 6090 w 757033"/>
                <a:gd name="connsiteY0" fmla="*/ 690609 h 697767"/>
                <a:gd name="connsiteX1" fmla="*/ 182781 w 757033"/>
                <a:gd name="connsiteY1" fmla="*/ 576221 h 697767"/>
                <a:gd name="connsiteX2" fmla="*/ 6090 w 757033"/>
                <a:gd name="connsiteY2" fmla="*/ 690609 h 697767"/>
                <a:gd name="connsiteX0" fmla="*/ 93677 w 757033"/>
                <a:gd name="connsiteY0" fmla="*/ 697765 h 697767"/>
                <a:gd name="connsiteX1" fmla="*/ 757033 w 757033"/>
                <a:gd name="connsiteY1" fmla="*/ 476100 h 697767"/>
                <a:gd name="connsiteX0" fmla="*/ 6090 w 757033"/>
                <a:gd name="connsiteY0" fmla="*/ 688106 h 695264"/>
                <a:gd name="connsiteX1" fmla="*/ 182781 w 757033"/>
                <a:gd name="connsiteY1" fmla="*/ 573718 h 695264"/>
                <a:gd name="connsiteX2" fmla="*/ 6090 w 757033"/>
                <a:gd name="connsiteY2" fmla="*/ 688106 h 695264"/>
                <a:gd name="connsiteX0" fmla="*/ 93677 w 757033"/>
                <a:gd name="connsiteY0" fmla="*/ 695262 h 695264"/>
                <a:gd name="connsiteX1" fmla="*/ 757033 w 757033"/>
                <a:gd name="connsiteY1" fmla="*/ 473597 h 695264"/>
                <a:gd name="connsiteX0" fmla="*/ 6090 w 757033"/>
                <a:gd name="connsiteY0" fmla="*/ 715079 h 722237"/>
                <a:gd name="connsiteX1" fmla="*/ 182781 w 757033"/>
                <a:gd name="connsiteY1" fmla="*/ 600691 h 722237"/>
                <a:gd name="connsiteX2" fmla="*/ 6090 w 757033"/>
                <a:gd name="connsiteY2" fmla="*/ 715079 h 722237"/>
                <a:gd name="connsiteX0" fmla="*/ 93677 w 757033"/>
                <a:gd name="connsiteY0" fmla="*/ 722235 h 722237"/>
                <a:gd name="connsiteX1" fmla="*/ 757033 w 757033"/>
                <a:gd name="connsiteY1" fmla="*/ 500570 h 722237"/>
                <a:gd name="connsiteX0" fmla="*/ 6090 w 757033"/>
                <a:gd name="connsiteY0" fmla="*/ 836133 h 843291"/>
                <a:gd name="connsiteX1" fmla="*/ 182781 w 757033"/>
                <a:gd name="connsiteY1" fmla="*/ 721745 h 843291"/>
                <a:gd name="connsiteX2" fmla="*/ 6090 w 757033"/>
                <a:gd name="connsiteY2" fmla="*/ 836133 h 843291"/>
                <a:gd name="connsiteX0" fmla="*/ 93677 w 757033"/>
                <a:gd name="connsiteY0" fmla="*/ 843289 h 843291"/>
                <a:gd name="connsiteX1" fmla="*/ 757033 w 757033"/>
                <a:gd name="connsiteY1" fmla="*/ 621624 h 843291"/>
                <a:gd name="connsiteX0" fmla="*/ 6090 w 757033"/>
                <a:gd name="connsiteY0" fmla="*/ 797296 h 804454"/>
                <a:gd name="connsiteX1" fmla="*/ 182781 w 757033"/>
                <a:gd name="connsiteY1" fmla="*/ 682908 h 804454"/>
                <a:gd name="connsiteX2" fmla="*/ 6090 w 757033"/>
                <a:gd name="connsiteY2" fmla="*/ 797296 h 804454"/>
                <a:gd name="connsiteX0" fmla="*/ 93677 w 757033"/>
                <a:gd name="connsiteY0" fmla="*/ 804452 h 804454"/>
                <a:gd name="connsiteX1" fmla="*/ 757033 w 757033"/>
                <a:gd name="connsiteY1" fmla="*/ 582787 h 804454"/>
                <a:gd name="connsiteX0" fmla="*/ 6090 w 656213"/>
                <a:gd name="connsiteY0" fmla="*/ 486261 h 723664"/>
                <a:gd name="connsiteX1" fmla="*/ 182781 w 656213"/>
                <a:gd name="connsiteY1" fmla="*/ 371873 h 723664"/>
                <a:gd name="connsiteX2" fmla="*/ 6090 w 656213"/>
                <a:gd name="connsiteY2" fmla="*/ 486261 h 723664"/>
                <a:gd name="connsiteX0" fmla="*/ 93677 w 656213"/>
                <a:gd name="connsiteY0" fmla="*/ 493417 h 723664"/>
                <a:gd name="connsiteX1" fmla="*/ 656213 w 656213"/>
                <a:gd name="connsiteY1" fmla="*/ 723663 h 723664"/>
                <a:gd name="connsiteX0" fmla="*/ 6090 w 656213"/>
                <a:gd name="connsiteY0" fmla="*/ 594714 h 832117"/>
                <a:gd name="connsiteX1" fmla="*/ 182781 w 656213"/>
                <a:gd name="connsiteY1" fmla="*/ 480326 h 832117"/>
                <a:gd name="connsiteX2" fmla="*/ 6090 w 656213"/>
                <a:gd name="connsiteY2" fmla="*/ 594714 h 832117"/>
                <a:gd name="connsiteX0" fmla="*/ 93677 w 656213"/>
                <a:gd name="connsiteY0" fmla="*/ 601870 h 832117"/>
                <a:gd name="connsiteX1" fmla="*/ 656213 w 656213"/>
                <a:gd name="connsiteY1" fmla="*/ 832116 h 832117"/>
                <a:gd name="connsiteX0" fmla="*/ 6090 w 656213"/>
                <a:gd name="connsiteY0" fmla="*/ 654395 h 891798"/>
                <a:gd name="connsiteX1" fmla="*/ 182781 w 656213"/>
                <a:gd name="connsiteY1" fmla="*/ 540007 h 891798"/>
                <a:gd name="connsiteX2" fmla="*/ 6090 w 656213"/>
                <a:gd name="connsiteY2" fmla="*/ 654395 h 891798"/>
                <a:gd name="connsiteX0" fmla="*/ 93677 w 656213"/>
                <a:gd name="connsiteY0" fmla="*/ 661551 h 891798"/>
                <a:gd name="connsiteX1" fmla="*/ 656213 w 656213"/>
                <a:gd name="connsiteY1" fmla="*/ 891797 h 891798"/>
                <a:gd name="connsiteX0" fmla="*/ 6090 w 656213"/>
                <a:gd name="connsiteY0" fmla="*/ 600709 h 838112"/>
                <a:gd name="connsiteX1" fmla="*/ 182781 w 656213"/>
                <a:gd name="connsiteY1" fmla="*/ 486321 h 838112"/>
                <a:gd name="connsiteX2" fmla="*/ 6090 w 656213"/>
                <a:gd name="connsiteY2" fmla="*/ 600709 h 838112"/>
                <a:gd name="connsiteX0" fmla="*/ 93677 w 656213"/>
                <a:gd name="connsiteY0" fmla="*/ 607865 h 838112"/>
                <a:gd name="connsiteX1" fmla="*/ 656213 w 656213"/>
                <a:gd name="connsiteY1" fmla="*/ 838111 h 838112"/>
                <a:gd name="connsiteX0" fmla="*/ 6090 w 656213"/>
                <a:gd name="connsiteY0" fmla="*/ 607215 h 844618"/>
                <a:gd name="connsiteX1" fmla="*/ 182781 w 656213"/>
                <a:gd name="connsiteY1" fmla="*/ 492827 h 844618"/>
                <a:gd name="connsiteX2" fmla="*/ 6090 w 656213"/>
                <a:gd name="connsiteY2" fmla="*/ 607215 h 844618"/>
                <a:gd name="connsiteX0" fmla="*/ 93677 w 656213"/>
                <a:gd name="connsiteY0" fmla="*/ 614371 h 844618"/>
                <a:gd name="connsiteX1" fmla="*/ 656213 w 656213"/>
                <a:gd name="connsiteY1" fmla="*/ 844617 h 844618"/>
                <a:gd name="connsiteX0" fmla="*/ 6090 w 656213"/>
                <a:gd name="connsiteY0" fmla="*/ 515685 h 753088"/>
                <a:gd name="connsiteX1" fmla="*/ 182781 w 656213"/>
                <a:gd name="connsiteY1" fmla="*/ 401297 h 753088"/>
                <a:gd name="connsiteX2" fmla="*/ 6090 w 656213"/>
                <a:gd name="connsiteY2" fmla="*/ 515685 h 753088"/>
                <a:gd name="connsiteX0" fmla="*/ 93677 w 656213"/>
                <a:gd name="connsiteY0" fmla="*/ 522841 h 753088"/>
                <a:gd name="connsiteX1" fmla="*/ 656213 w 656213"/>
                <a:gd name="connsiteY1" fmla="*/ 753087 h 753088"/>
                <a:gd name="connsiteX0" fmla="*/ 6090 w 659432"/>
                <a:gd name="connsiteY0" fmla="*/ 541366 h 778769"/>
                <a:gd name="connsiteX1" fmla="*/ 182781 w 659432"/>
                <a:gd name="connsiteY1" fmla="*/ 426978 h 778769"/>
                <a:gd name="connsiteX2" fmla="*/ 6090 w 659432"/>
                <a:gd name="connsiteY2" fmla="*/ 541366 h 778769"/>
                <a:gd name="connsiteX0" fmla="*/ 93677 w 659432"/>
                <a:gd name="connsiteY0" fmla="*/ 548522 h 778769"/>
                <a:gd name="connsiteX1" fmla="*/ 656213 w 659432"/>
                <a:gd name="connsiteY1" fmla="*/ 778768 h 778769"/>
                <a:gd name="connsiteX0" fmla="*/ 6090 w 656213"/>
                <a:gd name="connsiteY0" fmla="*/ 521593 h 758996"/>
                <a:gd name="connsiteX1" fmla="*/ 182781 w 656213"/>
                <a:gd name="connsiteY1" fmla="*/ 407205 h 758996"/>
                <a:gd name="connsiteX2" fmla="*/ 6090 w 656213"/>
                <a:gd name="connsiteY2" fmla="*/ 521593 h 758996"/>
                <a:gd name="connsiteX0" fmla="*/ 93677 w 656213"/>
                <a:gd name="connsiteY0" fmla="*/ 528749 h 758996"/>
                <a:gd name="connsiteX1" fmla="*/ 656213 w 656213"/>
                <a:gd name="connsiteY1" fmla="*/ 758995 h 758996"/>
                <a:gd name="connsiteX0" fmla="*/ 6090 w 692716"/>
                <a:gd name="connsiteY0" fmla="*/ 556524 h 738128"/>
                <a:gd name="connsiteX1" fmla="*/ 182781 w 692716"/>
                <a:gd name="connsiteY1" fmla="*/ 442136 h 738128"/>
                <a:gd name="connsiteX2" fmla="*/ 6090 w 692716"/>
                <a:gd name="connsiteY2" fmla="*/ 556524 h 738128"/>
                <a:gd name="connsiteX0" fmla="*/ 93677 w 692716"/>
                <a:gd name="connsiteY0" fmla="*/ 563680 h 738128"/>
                <a:gd name="connsiteX1" fmla="*/ 692716 w 692716"/>
                <a:gd name="connsiteY1" fmla="*/ 738126 h 738128"/>
                <a:gd name="connsiteX0" fmla="*/ 6090 w 692716"/>
                <a:gd name="connsiteY0" fmla="*/ 546912 h 728516"/>
                <a:gd name="connsiteX1" fmla="*/ 182781 w 692716"/>
                <a:gd name="connsiteY1" fmla="*/ 432524 h 728516"/>
                <a:gd name="connsiteX2" fmla="*/ 6090 w 692716"/>
                <a:gd name="connsiteY2" fmla="*/ 546912 h 728516"/>
                <a:gd name="connsiteX0" fmla="*/ 93677 w 692716"/>
                <a:gd name="connsiteY0" fmla="*/ 554068 h 728516"/>
                <a:gd name="connsiteX1" fmla="*/ 692716 w 692716"/>
                <a:gd name="connsiteY1" fmla="*/ 728514 h 728516"/>
                <a:gd name="connsiteX0" fmla="*/ 6090 w 692716"/>
                <a:gd name="connsiteY0" fmla="*/ 529912 h 711516"/>
                <a:gd name="connsiteX1" fmla="*/ 182781 w 692716"/>
                <a:gd name="connsiteY1" fmla="*/ 415524 h 711516"/>
                <a:gd name="connsiteX2" fmla="*/ 6090 w 692716"/>
                <a:gd name="connsiteY2" fmla="*/ 529912 h 711516"/>
                <a:gd name="connsiteX0" fmla="*/ 93677 w 692716"/>
                <a:gd name="connsiteY0" fmla="*/ 537068 h 711516"/>
                <a:gd name="connsiteX1" fmla="*/ 692716 w 692716"/>
                <a:gd name="connsiteY1" fmla="*/ 711514 h 711516"/>
                <a:gd name="connsiteX0" fmla="*/ 6090 w 692716"/>
                <a:gd name="connsiteY0" fmla="*/ 550973 h 732577"/>
                <a:gd name="connsiteX1" fmla="*/ 182781 w 692716"/>
                <a:gd name="connsiteY1" fmla="*/ 436585 h 732577"/>
                <a:gd name="connsiteX2" fmla="*/ 6090 w 692716"/>
                <a:gd name="connsiteY2" fmla="*/ 550973 h 732577"/>
                <a:gd name="connsiteX0" fmla="*/ 58479 w 692716"/>
                <a:gd name="connsiteY0" fmla="*/ 500264 h 732577"/>
                <a:gd name="connsiteX1" fmla="*/ 692716 w 692716"/>
                <a:gd name="connsiteY1" fmla="*/ 732575 h 732577"/>
                <a:gd name="connsiteX0" fmla="*/ 6090 w 692716"/>
                <a:gd name="connsiteY0" fmla="*/ 557522 h 739126"/>
                <a:gd name="connsiteX1" fmla="*/ 182781 w 692716"/>
                <a:gd name="connsiteY1" fmla="*/ 443134 h 739126"/>
                <a:gd name="connsiteX2" fmla="*/ 6090 w 692716"/>
                <a:gd name="connsiteY2" fmla="*/ 557522 h 739126"/>
                <a:gd name="connsiteX0" fmla="*/ 58479 w 692716"/>
                <a:gd name="connsiteY0" fmla="*/ 506813 h 739126"/>
                <a:gd name="connsiteX1" fmla="*/ 692716 w 692716"/>
                <a:gd name="connsiteY1" fmla="*/ 739124 h 739126"/>
                <a:gd name="connsiteX0" fmla="*/ 6090 w 692716"/>
                <a:gd name="connsiteY0" fmla="*/ 473284 h 654888"/>
                <a:gd name="connsiteX1" fmla="*/ 182781 w 692716"/>
                <a:gd name="connsiteY1" fmla="*/ 358896 h 654888"/>
                <a:gd name="connsiteX2" fmla="*/ 6090 w 692716"/>
                <a:gd name="connsiteY2" fmla="*/ 473284 h 654888"/>
                <a:gd name="connsiteX0" fmla="*/ 58479 w 692716"/>
                <a:gd name="connsiteY0" fmla="*/ 422575 h 654888"/>
                <a:gd name="connsiteX1" fmla="*/ 692716 w 692716"/>
                <a:gd name="connsiteY1" fmla="*/ 654886 h 654888"/>
                <a:gd name="connsiteX0" fmla="*/ 6090 w 724001"/>
                <a:gd name="connsiteY0" fmla="*/ 502283 h 636055"/>
                <a:gd name="connsiteX1" fmla="*/ 182781 w 724001"/>
                <a:gd name="connsiteY1" fmla="*/ 387895 h 636055"/>
                <a:gd name="connsiteX2" fmla="*/ 6090 w 724001"/>
                <a:gd name="connsiteY2" fmla="*/ 502283 h 636055"/>
                <a:gd name="connsiteX0" fmla="*/ 58479 w 724001"/>
                <a:gd name="connsiteY0" fmla="*/ 451574 h 636055"/>
                <a:gd name="connsiteX1" fmla="*/ 724003 w 724001"/>
                <a:gd name="connsiteY1" fmla="*/ 636057 h 636055"/>
                <a:gd name="connsiteX0" fmla="*/ 6090 w 724004"/>
                <a:gd name="connsiteY0" fmla="*/ 448086 h 581858"/>
                <a:gd name="connsiteX1" fmla="*/ 182781 w 724004"/>
                <a:gd name="connsiteY1" fmla="*/ 333698 h 581858"/>
                <a:gd name="connsiteX2" fmla="*/ 6090 w 724004"/>
                <a:gd name="connsiteY2" fmla="*/ 448086 h 581858"/>
                <a:gd name="connsiteX0" fmla="*/ 58479 w 724004"/>
                <a:gd name="connsiteY0" fmla="*/ 397377 h 581858"/>
                <a:gd name="connsiteX1" fmla="*/ 724003 w 724004"/>
                <a:gd name="connsiteY1" fmla="*/ 581860 h 581858"/>
                <a:gd name="connsiteX0" fmla="*/ 6090 w 724004"/>
                <a:gd name="connsiteY0" fmla="*/ 440973 h 574745"/>
                <a:gd name="connsiteX1" fmla="*/ 182781 w 724004"/>
                <a:gd name="connsiteY1" fmla="*/ 326585 h 574745"/>
                <a:gd name="connsiteX2" fmla="*/ 6090 w 724004"/>
                <a:gd name="connsiteY2" fmla="*/ 440973 h 574745"/>
                <a:gd name="connsiteX0" fmla="*/ 58479 w 724004"/>
                <a:gd name="connsiteY0" fmla="*/ 390264 h 574745"/>
                <a:gd name="connsiteX1" fmla="*/ 724003 w 724004"/>
                <a:gd name="connsiteY1" fmla="*/ 574747 h 574745"/>
                <a:gd name="connsiteX0" fmla="*/ 6090 w 724004"/>
                <a:gd name="connsiteY0" fmla="*/ 474035 h 607807"/>
                <a:gd name="connsiteX1" fmla="*/ 182781 w 724004"/>
                <a:gd name="connsiteY1" fmla="*/ 359647 h 607807"/>
                <a:gd name="connsiteX2" fmla="*/ 6090 w 724004"/>
                <a:gd name="connsiteY2" fmla="*/ 474035 h 607807"/>
                <a:gd name="connsiteX0" fmla="*/ 58479 w 724004"/>
                <a:gd name="connsiteY0" fmla="*/ 423326 h 607807"/>
                <a:gd name="connsiteX1" fmla="*/ 724003 w 724004"/>
                <a:gd name="connsiteY1" fmla="*/ 607809 h 607807"/>
                <a:gd name="connsiteX0" fmla="*/ 6090 w 724004"/>
                <a:gd name="connsiteY0" fmla="*/ 524473 h 658245"/>
                <a:gd name="connsiteX1" fmla="*/ 182781 w 724004"/>
                <a:gd name="connsiteY1" fmla="*/ 410085 h 658245"/>
                <a:gd name="connsiteX2" fmla="*/ 6090 w 724004"/>
                <a:gd name="connsiteY2" fmla="*/ 524473 h 658245"/>
                <a:gd name="connsiteX0" fmla="*/ 58479 w 724004"/>
                <a:gd name="connsiteY0" fmla="*/ 473764 h 658245"/>
                <a:gd name="connsiteX1" fmla="*/ 724003 w 724004"/>
                <a:gd name="connsiteY1" fmla="*/ 658247 h 658245"/>
                <a:gd name="connsiteX0" fmla="*/ 6090 w 724746"/>
                <a:gd name="connsiteY0" fmla="*/ 476750 h 610522"/>
                <a:gd name="connsiteX1" fmla="*/ 182781 w 724746"/>
                <a:gd name="connsiteY1" fmla="*/ 362362 h 610522"/>
                <a:gd name="connsiteX2" fmla="*/ 6090 w 724746"/>
                <a:gd name="connsiteY2" fmla="*/ 476750 h 610522"/>
                <a:gd name="connsiteX0" fmla="*/ 58479 w 724746"/>
                <a:gd name="connsiteY0" fmla="*/ 426041 h 610522"/>
                <a:gd name="connsiteX1" fmla="*/ 724003 w 724746"/>
                <a:gd name="connsiteY1" fmla="*/ 610524 h 610522"/>
                <a:gd name="connsiteX0" fmla="*/ 6090 w 724004"/>
                <a:gd name="connsiteY0" fmla="*/ 502053 h 635825"/>
                <a:gd name="connsiteX1" fmla="*/ 182781 w 724004"/>
                <a:gd name="connsiteY1" fmla="*/ 387665 h 635825"/>
                <a:gd name="connsiteX2" fmla="*/ 6090 w 724004"/>
                <a:gd name="connsiteY2" fmla="*/ 502053 h 635825"/>
                <a:gd name="connsiteX0" fmla="*/ 58479 w 724004"/>
                <a:gd name="connsiteY0" fmla="*/ 451344 h 635825"/>
                <a:gd name="connsiteX1" fmla="*/ 724003 w 724004"/>
                <a:gd name="connsiteY1" fmla="*/ 635827 h 635825"/>
                <a:gd name="connsiteX0" fmla="*/ 6090 w 724004"/>
                <a:gd name="connsiteY0" fmla="*/ 482810 h 616582"/>
                <a:gd name="connsiteX1" fmla="*/ 182781 w 724004"/>
                <a:gd name="connsiteY1" fmla="*/ 368422 h 616582"/>
                <a:gd name="connsiteX2" fmla="*/ 6090 w 724004"/>
                <a:gd name="connsiteY2" fmla="*/ 482810 h 616582"/>
                <a:gd name="connsiteX0" fmla="*/ 58479 w 724004"/>
                <a:gd name="connsiteY0" fmla="*/ 432101 h 616582"/>
                <a:gd name="connsiteX1" fmla="*/ 724003 w 724004"/>
                <a:gd name="connsiteY1" fmla="*/ 616584 h 616582"/>
                <a:gd name="connsiteX0" fmla="*/ 6090 w 712230"/>
                <a:gd name="connsiteY0" fmla="*/ 462820 h 631672"/>
                <a:gd name="connsiteX1" fmla="*/ 182781 w 712230"/>
                <a:gd name="connsiteY1" fmla="*/ 348432 h 631672"/>
                <a:gd name="connsiteX2" fmla="*/ 6090 w 712230"/>
                <a:gd name="connsiteY2" fmla="*/ 462820 h 631672"/>
                <a:gd name="connsiteX0" fmla="*/ 58479 w 712230"/>
                <a:gd name="connsiteY0" fmla="*/ 412111 h 631672"/>
                <a:gd name="connsiteX1" fmla="*/ 712229 w 712230"/>
                <a:gd name="connsiteY1" fmla="*/ 631671 h 631672"/>
                <a:gd name="connsiteX0" fmla="*/ 6090 w 712229"/>
                <a:gd name="connsiteY0" fmla="*/ 273957 h 806325"/>
                <a:gd name="connsiteX1" fmla="*/ 182781 w 712229"/>
                <a:gd name="connsiteY1" fmla="*/ 159569 h 806325"/>
                <a:gd name="connsiteX2" fmla="*/ 6090 w 712229"/>
                <a:gd name="connsiteY2" fmla="*/ 273957 h 806325"/>
                <a:gd name="connsiteX0" fmla="*/ 30440 w 712229"/>
                <a:gd name="connsiteY0" fmla="*/ 806325 h 806325"/>
                <a:gd name="connsiteX1" fmla="*/ 712229 w 712229"/>
                <a:gd name="connsiteY1" fmla="*/ 442808 h 806325"/>
                <a:gd name="connsiteX0" fmla="*/ 6090 w 712229"/>
                <a:gd name="connsiteY0" fmla="*/ 429636 h 962004"/>
                <a:gd name="connsiteX1" fmla="*/ 182781 w 712229"/>
                <a:gd name="connsiteY1" fmla="*/ 315248 h 962004"/>
                <a:gd name="connsiteX2" fmla="*/ 6090 w 712229"/>
                <a:gd name="connsiteY2" fmla="*/ 429636 h 962004"/>
                <a:gd name="connsiteX0" fmla="*/ 30440 w 712229"/>
                <a:gd name="connsiteY0" fmla="*/ 962004 h 962004"/>
                <a:gd name="connsiteX1" fmla="*/ 712229 w 712229"/>
                <a:gd name="connsiteY1" fmla="*/ 598487 h 962004"/>
                <a:gd name="connsiteX0" fmla="*/ 6090 w 712229"/>
                <a:gd name="connsiteY0" fmla="*/ 425413 h 969516"/>
                <a:gd name="connsiteX1" fmla="*/ 182781 w 712229"/>
                <a:gd name="connsiteY1" fmla="*/ 311025 h 969516"/>
                <a:gd name="connsiteX2" fmla="*/ 6090 w 712229"/>
                <a:gd name="connsiteY2" fmla="*/ 425413 h 969516"/>
                <a:gd name="connsiteX0" fmla="*/ 35604 w 712229"/>
                <a:gd name="connsiteY0" fmla="*/ 969516 h 969516"/>
                <a:gd name="connsiteX1" fmla="*/ 712229 w 712229"/>
                <a:gd name="connsiteY1" fmla="*/ 594264 h 969516"/>
                <a:gd name="connsiteX0" fmla="*/ 6090 w 702540"/>
                <a:gd name="connsiteY0" fmla="*/ 425729 h 969832"/>
                <a:gd name="connsiteX1" fmla="*/ 182781 w 702540"/>
                <a:gd name="connsiteY1" fmla="*/ 311341 h 969832"/>
                <a:gd name="connsiteX2" fmla="*/ 6090 w 702540"/>
                <a:gd name="connsiteY2" fmla="*/ 425729 h 969832"/>
                <a:gd name="connsiteX0" fmla="*/ 35604 w 702540"/>
                <a:gd name="connsiteY0" fmla="*/ 969832 h 969832"/>
                <a:gd name="connsiteX1" fmla="*/ 702540 w 702540"/>
                <a:gd name="connsiteY1" fmla="*/ 594086 h 969832"/>
                <a:gd name="connsiteX0" fmla="*/ 6090 w 702540"/>
                <a:gd name="connsiteY0" fmla="*/ 519933 h 1064036"/>
                <a:gd name="connsiteX1" fmla="*/ 182781 w 702540"/>
                <a:gd name="connsiteY1" fmla="*/ 405545 h 1064036"/>
                <a:gd name="connsiteX2" fmla="*/ 6090 w 702540"/>
                <a:gd name="connsiteY2" fmla="*/ 519933 h 1064036"/>
                <a:gd name="connsiteX0" fmla="*/ 35604 w 702540"/>
                <a:gd name="connsiteY0" fmla="*/ 1064036 h 1064036"/>
                <a:gd name="connsiteX1" fmla="*/ 322521 w 702540"/>
                <a:gd name="connsiteY1" fmla="*/ 96785 h 1064036"/>
                <a:gd name="connsiteX2" fmla="*/ 702540 w 702540"/>
                <a:gd name="connsiteY2" fmla="*/ 688290 h 1064036"/>
                <a:gd name="connsiteX0" fmla="*/ 6090 w 702540"/>
                <a:gd name="connsiteY0" fmla="*/ 629235 h 1173338"/>
                <a:gd name="connsiteX1" fmla="*/ 182781 w 702540"/>
                <a:gd name="connsiteY1" fmla="*/ 514847 h 1173338"/>
                <a:gd name="connsiteX2" fmla="*/ 6090 w 702540"/>
                <a:gd name="connsiteY2" fmla="*/ 629235 h 1173338"/>
                <a:gd name="connsiteX0" fmla="*/ 35604 w 702540"/>
                <a:gd name="connsiteY0" fmla="*/ 1173338 h 1173338"/>
                <a:gd name="connsiteX1" fmla="*/ 322521 w 702540"/>
                <a:gd name="connsiteY1" fmla="*/ 206087 h 1173338"/>
                <a:gd name="connsiteX2" fmla="*/ 702540 w 702540"/>
                <a:gd name="connsiteY2" fmla="*/ 797592 h 1173338"/>
                <a:gd name="connsiteX0" fmla="*/ 6090 w 702540"/>
                <a:gd name="connsiteY0" fmla="*/ 746023 h 1290126"/>
                <a:gd name="connsiteX1" fmla="*/ 182781 w 702540"/>
                <a:gd name="connsiteY1" fmla="*/ 631635 h 1290126"/>
                <a:gd name="connsiteX2" fmla="*/ 6090 w 702540"/>
                <a:gd name="connsiteY2" fmla="*/ 746023 h 1290126"/>
                <a:gd name="connsiteX0" fmla="*/ 35604 w 702540"/>
                <a:gd name="connsiteY0" fmla="*/ 1290126 h 1290126"/>
                <a:gd name="connsiteX1" fmla="*/ 288350 w 702540"/>
                <a:gd name="connsiteY1" fmla="*/ 152170 h 1290126"/>
                <a:gd name="connsiteX2" fmla="*/ 702540 w 702540"/>
                <a:gd name="connsiteY2" fmla="*/ 914380 h 1290126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636090 h 1180193"/>
                <a:gd name="connsiteX1" fmla="*/ 182781 w 702540"/>
                <a:gd name="connsiteY1" fmla="*/ 521702 h 1180193"/>
                <a:gd name="connsiteX2" fmla="*/ 6090 w 702540"/>
                <a:gd name="connsiteY2" fmla="*/ 636090 h 1180193"/>
                <a:gd name="connsiteX0" fmla="*/ 35604 w 702540"/>
                <a:gd name="connsiteY0" fmla="*/ 1180193 h 1180193"/>
                <a:gd name="connsiteX1" fmla="*/ 288350 w 702540"/>
                <a:gd name="connsiteY1" fmla="*/ 42237 h 1180193"/>
                <a:gd name="connsiteX2" fmla="*/ 702540 w 702540"/>
                <a:gd name="connsiteY2" fmla="*/ 804447 h 1180193"/>
                <a:gd name="connsiteX0" fmla="*/ 6090 w 702540"/>
                <a:gd name="connsiteY0" fmla="*/ 640197 h 1184300"/>
                <a:gd name="connsiteX1" fmla="*/ 182781 w 702540"/>
                <a:gd name="connsiteY1" fmla="*/ 525809 h 1184300"/>
                <a:gd name="connsiteX2" fmla="*/ 6090 w 702540"/>
                <a:gd name="connsiteY2" fmla="*/ 640197 h 1184300"/>
                <a:gd name="connsiteX0" fmla="*/ 35604 w 702540"/>
                <a:gd name="connsiteY0" fmla="*/ 1184300 h 1184300"/>
                <a:gd name="connsiteX1" fmla="*/ 287933 w 702540"/>
                <a:gd name="connsiteY1" fmla="*/ 40743 h 1184300"/>
                <a:gd name="connsiteX2" fmla="*/ 702540 w 702540"/>
                <a:gd name="connsiteY2" fmla="*/ 808554 h 1184300"/>
                <a:gd name="connsiteX0" fmla="*/ 6090 w 702540"/>
                <a:gd name="connsiteY0" fmla="*/ 647676 h 1191779"/>
                <a:gd name="connsiteX1" fmla="*/ 182781 w 702540"/>
                <a:gd name="connsiteY1" fmla="*/ 533288 h 1191779"/>
                <a:gd name="connsiteX2" fmla="*/ 6090 w 702540"/>
                <a:gd name="connsiteY2" fmla="*/ 647676 h 1191779"/>
                <a:gd name="connsiteX0" fmla="*/ 35604 w 702540"/>
                <a:gd name="connsiteY0" fmla="*/ 1191779 h 1191779"/>
                <a:gd name="connsiteX1" fmla="*/ 287933 w 702540"/>
                <a:gd name="connsiteY1" fmla="*/ 48222 h 1191779"/>
                <a:gd name="connsiteX2" fmla="*/ 702540 w 702540"/>
                <a:gd name="connsiteY2" fmla="*/ 816033 h 1191779"/>
                <a:gd name="connsiteX0" fmla="*/ 6090 w 702540"/>
                <a:gd name="connsiteY0" fmla="*/ 647676 h 1191779"/>
                <a:gd name="connsiteX1" fmla="*/ 182781 w 702540"/>
                <a:gd name="connsiteY1" fmla="*/ 533288 h 1191779"/>
                <a:gd name="connsiteX2" fmla="*/ 6090 w 702540"/>
                <a:gd name="connsiteY2" fmla="*/ 647676 h 1191779"/>
                <a:gd name="connsiteX0" fmla="*/ 35604 w 702540"/>
                <a:gd name="connsiteY0" fmla="*/ 1191779 h 1191779"/>
                <a:gd name="connsiteX1" fmla="*/ 287933 w 702540"/>
                <a:gd name="connsiteY1" fmla="*/ 48222 h 1191779"/>
                <a:gd name="connsiteX2" fmla="*/ 702540 w 702540"/>
                <a:gd name="connsiteY2" fmla="*/ 816033 h 1191779"/>
                <a:gd name="connsiteX0" fmla="*/ 6090 w 702540"/>
                <a:gd name="connsiteY0" fmla="*/ 666346 h 1210449"/>
                <a:gd name="connsiteX1" fmla="*/ 182781 w 702540"/>
                <a:gd name="connsiteY1" fmla="*/ 551958 h 1210449"/>
                <a:gd name="connsiteX2" fmla="*/ 6090 w 702540"/>
                <a:gd name="connsiteY2" fmla="*/ 666346 h 1210449"/>
                <a:gd name="connsiteX0" fmla="*/ 35604 w 702540"/>
                <a:gd name="connsiteY0" fmla="*/ 1210449 h 1210449"/>
                <a:gd name="connsiteX1" fmla="*/ 287933 w 702540"/>
                <a:gd name="connsiteY1" fmla="*/ 66892 h 1210449"/>
                <a:gd name="connsiteX2" fmla="*/ 702540 w 702540"/>
                <a:gd name="connsiteY2" fmla="*/ 834703 h 1210449"/>
                <a:gd name="connsiteX0" fmla="*/ 6090 w 702540"/>
                <a:gd name="connsiteY0" fmla="*/ 617720 h 1161823"/>
                <a:gd name="connsiteX1" fmla="*/ 182781 w 702540"/>
                <a:gd name="connsiteY1" fmla="*/ 503332 h 1161823"/>
                <a:gd name="connsiteX2" fmla="*/ 6090 w 702540"/>
                <a:gd name="connsiteY2" fmla="*/ 617720 h 1161823"/>
                <a:gd name="connsiteX0" fmla="*/ 35604 w 702540"/>
                <a:gd name="connsiteY0" fmla="*/ 1161823 h 1161823"/>
                <a:gd name="connsiteX1" fmla="*/ 287933 w 702540"/>
                <a:gd name="connsiteY1" fmla="*/ 18266 h 1161823"/>
                <a:gd name="connsiteX2" fmla="*/ 702540 w 702540"/>
                <a:gd name="connsiteY2" fmla="*/ 786077 h 1161823"/>
                <a:gd name="connsiteX0" fmla="*/ 6090 w 702540"/>
                <a:gd name="connsiteY0" fmla="*/ 613116 h 1157219"/>
                <a:gd name="connsiteX1" fmla="*/ 182781 w 702540"/>
                <a:gd name="connsiteY1" fmla="*/ 498728 h 1157219"/>
                <a:gd name="connsiteX2" fmla="*/ 6090 w 702540"/>
                <a:gd name="connsiteY2" fmla="*/ 613116 h 1157219"/>
                <a:gd name="connsiteX0" fmla="*/ 35604 w 702540"/>
                <a:gd name="connsiteY0" fmla="*/ 1157219 h 1157219"/>
                <a:gd name="connsiteX1" fmla="*/ 287933 w 702540"/>
                <a:gd name="connsiteY1" fmla="*/ 13662 h 1157219"/>
                <a:gd name="connsiteX2" fmla="*/ 702540 w 702540"/>
                <a:gd name="connsiteY2" fmla="*/ 781473 h 1157219"/>
                <a:gd name="connsiteX0" fmla="*/ 6090 w 702540"/>
                <a:gd name="connsiteY0" fmla="*/ 616602 h 1160705"/>
                <a:gd name="connsiteX1" fmla="*/ 182781 w 702540"/>
                <a:gd name="connsiteY1" fmla="*/ 502214 h 1160705"/>
                <a:gd name="connsiteX2" fmla="*/ 6090 w 702540"/>
                <a:gd name="connsiteY2" fmla="*/ 616602 h 1160705"/>
                <a:gd name="connsiteX0" fmla="*/ 35604 w 702540"/>
                <a:gd name="connsiteY0" fmla="*/ 1160705 h 1160705"/>
                <a:gd name="connsiteX1" fmla="*/ 287933 w 702540"/>
                <a:gd name="connsiteY1" fmla="*/ 17148 h 1160705"/>
                <a:gd name="connsiteX2" fmla="*/ 702540 w 702540"/>
                <a:gd name="connsiteY2" fmla="*/ 784959 h 1160705"/>
                <a:gd name="connsiteX0" fmla="*/ 111454 w 673544"/>
                <a:gd name="connsiteY0" fmla="*/ 577564 h 1160705"/>
                <a:gd name="connsiteX1" fmla="*/ 153785 w 673544"/>
                <a:gd name="connsiteY1" fmla="*/ 502214 h 1160705"/>
                <a:gd name="connsiteX2" fmla="*/ 111454 w 673544"/>
                <a:gd name="connsiteY2" fmla="*/ 577564 h 1160705"/>
                <a:gd name="connsiteX0" fmla="*/ 6608 w 673544"/>
                <a:gd name="connsiteY0" fmla="*/ 1160705 h 1160705"/>
                <a:gd name="connsiteX1" fmla="*/ 258937 w 673544"/>
                <a:gd name="connsiteY1" fmla="*/ 17148 h 1160705"/>
                <a:gd name="connsiteX2" fmla="*/ 673544 w 673544"/>
                <a:gd name="connsiteY2" fmla="*/ 784959 h 1160705"/>
                <a:gd name="connsiteX0" fmla="*/ 112257 w 674347"/>
                <a:gd name="connsiteY0" fmla="*/ 577564 h 1160705"/>
                <a:gd name="connsiteX1" fmla="*/ 154588 w 674347"/>
                <a:gd name="connsiteY1" fmla="*/ 502214 h 1160705"/>
                <a:gd name="connsiteX2" fmla="*/ 112257 w 674347"/>
                <a:gd name="connsiteY2" fmla="*/ 577564 h 1160705"/>
                <a:gd name="connsiteX0" fmla="*/ 7411 w 674347"/>
                <a:gd name="connsiteY0" fmla="*/ 1160705 h 1160705"/>
                <a:gd name="connsiteX1" fmla="*/ 259740 w 674347"/>
                <a:gd name="connsiteY1" fmla="*/ 17148 h 1160705"/>
                <a:gd name="connsiteX2" fmla="*/ 674347 w 674347"/>
                <a:gd name="connsiteY2" fmla="*/ 784959 h 1160705"/>
                <a:gd name="connsiteX0" fmla="*/ 111667 w 673757"/>
                <a:gd name="connsiteY0" fmla="*/ 577564 h 1160705"/>
                <a:gd name="connsiteX1" fmla="*/ 153998 w 673757"/>
                <a:gd name="connsiteY1" fmla="*/ 502214 h 1160705"/>
                <a:gd name="connsiteX2" fmla="*/ 111667 w 673757"/>
                <a:gd name="connsiteY2" fmla="*/ 577564 h 1160705"/>
                <a:gd name="connsiteX0" fmla="*/ 6821 w 673757"/>
                <a:gd name="connsiteY0" fmla="*/ 1160705 h 1160705"/>
                <a:gd name="connsiteX1" fmla="*/ 259150 w 673757"/>
                <a:gd name="connsiteY1" fmla="*/ 17148 h 1160705"/>
                <a:gd name="connsiteX2" fmla="*/ 673757 w 673757"/>
                <a:gd name="connsiteY2" fmla="*/ 784959 h 1160705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67536"/>
                <a:gd name="connsiteY0" fmla="*/ 583933 h 1167074"/>
                <a:gd name="connsiteX1" fmla="*/ 153986 w 667536"/>
                <a:gd name="connsiteY1" fmla="*/ 508583 h 1167074"/>
                <a:gd name="connsiteX2" fmla="*/ 111655 w 667536"/>
                <a:gd name="connsiteY2" fmla="*/ 583933 h 1167074"/>
                <a:gd name="connsiteX0" fmla="*/ 6809 w 667536"/>
                <a:gd name="connsiteY0" fmla="*/ 1167074 h 1167074"/>
                <a:gd name="connsiteX1" fmla="*/ 259138 w 667536"/>
                <a:gd name="connsiteY1" fmla="*/ 23517 h 1167074"/>
                <a:gd name="connsiteX2" fmla="*/ 667536 w 667536"/>
                <a:gd name="connsiteY2" fmla="*/ 763722 h 1167074"/>
                <a:gd name="connsiteX0" fmla="*/ 111655 w 659729"/>
                <a:gd name="connsiteY0" fmla="*/ 584533 h 1167674"/>
                <a:gd name="connsiteX1" fmla="*/ 153986 w 659729"/>
                <a:gd name="connsiteY1" fmla="*/ 509183 h 1167674"/>
                <a:gd name="connsiteX2" fmla="*/ 111655 w 659729"/>
                <a:gd name="connsiteY2" fmla="*/ 584533 h 1167674"/>
                <a:gd name="connsiteX0" fmla="*/ 6809 w 659729"/>
                <a:gd name="connsiteY0" fmla="*/ 1167674 h 1167674"/>
                <a:gd name="connsiteX1" fmla="*/ 259138 w 659729"/>
                <a:gd name="connsiteY1" fmla="*/ 24117 h 1167674"/>
                <a:gd name="connsiteX2" fmla="*/ 659729 w 659729"/>
                <a:gd name="connsiteY2" fmla="*/ 753168 h 1167674"/>
                <a:gd name="connsiteX0" fmla="*/ 111655 w 659729"/>
                <a:gd name="connsiteY0" fmla="*/ 582822 h 1165963"/>
                <a:gd name="connsiteX1" fmla="*/ 153986 w 659729"/>
                <a:gd name="connsiteY1" fmla="*/ 507472 h 1165963"/>
                <a:gd name="connsiteX2" fmla="*/ 111655 w 659729"/>
                <a:gd name="connsiteY2" fmla="*/ 582822 h 1165963"/>
                <a:gd name="connsiteX0" fmla="*/ 6809 w 659729"/>
                <a:gd name="connsiteY0" fmla="*/ 1165963 h 1165963"/>
                <a:gd name="connsiteX1" fmla="*/ 259138 w 659729"/>
                <a:gd name="connsiteY1" fmla="*/ 22406 h 1165963"/>
                <a:gd name="connsiteX2" fmla="*/ 659729 w 659729"/>
                <a:gd name="connsiteY2" fmla="*/ 751457 h 1165963"/>
                <a:gd name="connsiteX0" fmla="*/ 111640 w 659714"/>
                <a:gd name="connsiteY0" fmla="*/ 579270 h 1162411"/>
                <a:gd name="connsiteX1" fmla="*/ 153971 w 659714"/>
                <a:gd name="connsiteY1" fmla="*/ 503920 h 1162411"/>
                <a:gd name="connsiteX2" fmla="*/ 111640 w 659714"/>
                <a:gd name="connsiteY2" fmla="*/ 579270 h 1162411"/>
                <a:gd name="connsiteX0" fmla="*/ 6794 w 659714"/>
                <a:gd name="connsiteY0" fmla="*/ 1162411 h 1162411"/>
                <a:gd name="connsiteX1" fmla="*/ 259395 w 659714"/>
                <a:gd name="connsiteY1" fmla="*/ 22588 h 1162411"/>
                <a:gd name="connsiteX2" fmla="*/ 659714 w 659714"/>
                <a:gd name="connsiteY2" fmla="*/ 747905 h 1162411"/>
                <a:gd name="connsiteX0" fmla="*/ 111538 w 659612"/>
                <a:gd name="connsiteY0" fmla="*/ 554480 h 1137621"/>
                <a:gd name="connsiteX1" fmla="*/ 153869 w 659612"/>
                <a:gd name="connsiteY1" fmla="*/ 479130 h 1137621"/>
                <a:gd name="connsiteX2" fmla="*/ 111538 w 659612"/>
                <a:gd name="connsiteY2" fmla="*/ 554480 h 1137621"/>
                <a:gd name="connsiteX0" fmla="*/ 6692 w 659612"/>
                <a:gd name="connsiteY0" fmla="*/ 1137621 h 1137621"/>
                <a:gd name="connsiteX1" fmla="*/ 261199 w 659612"/>
                <a:gd name="connsiteY1" fmla="*/ 23939 h 1137621"/>
                <a:gd name="connsiteX2" fmla="*/ 659612 w 659612"/>
                <a:gd name="connsiteY2" fmla="*/ 723115 h 1137621"/>
                <a:gd name="connsiteX0" fmla="*/ 111551 w 659625"/>
                <a:gd name="connsiteY0" fmla="*/ 558012 h 1141153"/>
                <a:gd name="connsiteX1" fmla="*/ 153882 w 659625"/>
                <a:gd name="connsiteY1" fmla="*/ 482662 h 1141153"/>
                <a:gd name="connsiteX2" fmla="*/ 111551 w 659625"/>
                <a:gd name="connsiteY2" fmla="*/ 558012 h 1141153"/>
                <a:gd name="connsiteX0" fmla="*/ 6705 w 659625"/>
                <a:gd name="connsiteY0" fmla="*/ 1141153 h 1141153"/>
                <a:gd name="connsiteX1" fmla="*/ 260940 w 659625"/>
                <a:gd name="connsiteY1" fmla="*/ 23736 h 1141153"/>
                <a:gd name="connsiteX2" fmla="*/ 659625 w 659625"/>
                <a:gd name="connsiteY2" fmla="*/ 726647 h 1141153"/>
                <a:gd name="connsiteX0" fmla="*/ 108769 w 656843"/>
                <a:gd name="connsiteY0" fmla="*/ 558012 h 1141153"/>
                <a:gd name="connsiteX1" fmla="*/ 151100 w 656843"/>
                <a:gd name="connsiteY1" fmla="*/ 482662 h 1141153"/>
                <a:gd name="connsiteX2" fmla="*/ 108769 w 656843"/>
                <a:gd name="connsiteY2" fmla="*/ 558012 h 1141153"/>
                <a:gd name="connsiteX0" fmla="*/ 3923 w 656843"/>
                <a:gd name="connsiteY0" fmla="*/ 1141153 h 1141153"/>
                <a:gd name="connsiteX1" fmla="*/ 258158 w 656843"/>
                <a:gd name="connsiteY1" fmla="*/ 23736 h 1141153"/>
                <a:gd name="connsiteX2" fmla="*/ 656843 w 656843"/>
                <a:gd name="connsiteY2" fmla="*/ 726647 h 1141153"/>
                <a:gd name="connsiteX0" fmla="*/ 108385 w 656459"/>
                <a:gd name="connsiteY0" fmla="*/ 558012 h 1141153"/>
                <a:gd name="connsiteX1" fmla="*/ 150716 w 656459"/>
                <a:gd name="connsiteY1" fmla="*/ 482662 h 1141153"/>
                <a:gd name="connsiteX2" fmla="*/ 108385 w 656459"/>
                <a:gd name="connsiteY2" fmla="*/ 558012 h 1141153"/>
                <a:gd name="connsiteX0" fmla="*/ 3539 w 656459"/>
                <a:gd name="connsiteY0" fmla="*/ 1141153 h 1141153"/>
                <a:gd name="connsiteX1" fmla="*/ 257774 w 656459"/>
                <a:gd name="connsiteY1" fmla="*/ 23736 h 1141153"/>
                <a:gd name="connsiteX2" fmla="*/ 656459 w 656459"/>
                <a:gd name="connsiteY2" fmla="*/ 726647 h 1141153"/>
                <a:gd name="connsiteX0" fmla="*/ 108523 w 656597"/>
                <a:gd name="connsiteY0" fmla="*/ 558012 h 1141153"/>
                <a:gd name="connsiteX1" fmla="*/ 150854 w 656597"/>
                <a:gd name="connsiteY1" fmla="*/ 482662 h 1141153"/>
                <a:gd name="connsiteX2" fmla="*/ 108523 w 656597"/>
                <a:gd name="connsiteY2" fmla="*/ 558012 h 1141153"/>
                <a:gd name="connsiteX0" fmla="*/ 3677 w 656597"/>
                <a:gd name="connsiteY0" fmla="*/ 1141153 h 1141153"/>
                <a:gd name="connsiteX1" fmla="*/ 257912 w 656597"/>
                <a:gd name="connsiteY1" fmla="*/ 23736 h 1141153"/>
                <a:gd name="connsiteX2" fmla="*/ 656597 w 656597"/>
                <a:gd name="connsiteY2" fmla="*/ 726647 h 1141153"/>
                <a:gd name="connsiteX0" fmla="*/ 108973 w 657047"/>
                <a:gd name="connsiteY0" fmla="*/ 558012 h 1141153"/>
                <a:gd name="connsiteX1" fmla="*/ 151304 w 657047"/>
                <a:gd name="connsiteY1" fmla="*/ 482662 h 1141153"/>
                <a:gd name="connsiteX2" fmla="*/ 108973 w 657047"/>
                <a:gd name="connsiteY2" fmla="*/ 558012 h 1141153"/>
                <a:gd name="connsiteX0" fmla="*/ 4127 w 657047"/>
                <a:gd name="connsiteY0" fmla="*/ 1141153 h 1141153"/>
                <a:gd name="connsiteX1" fmla="*/ 258362 w 657047"/>
                <a:gd name="connsiteY1" fmla="*/ 23736 h 1141153"/>
                <a:gd name="connsiteX2" fmla="*/ 657047 w 657047"/>
                <a:gd name="connsiteY2" fmla="*/ 726647 h 1141153"/>
                <a:gd name="connsiteX0" fmla="*/ 108940 w 657014"/>
                <a:gd name="connsiteY0" fmla="*/ 409086 h 992227"/>
                <a:gd name="connsiteX1" fmla="*/ 151271 w 657014"/>
                <a:gd name="connsiteY1" fmla="*/ 333736 h 992227"/>
                <a:gd name="connsiteX2" fmla="*/ 108940 w 657014"/>
                <a:gd name="connsiteY2" fmla="*/ 409086 h 992227"/>
                <a:gd name="connsiteX0" fmla="*/ 4094 w 657014"/>
                <a:gd name="connsiteY0" fmla="*/ 992227 h 992227"/>
                <a:gd name="connsiteX1" fmla="*/ 259936 w 657014"/>
                <a:gd name="connsiteY1" fmla="*/ 36558 h 992227"/>
                <a:gd name="connsiteX2" fmla="*/ 657014 w 657014"/>
                <a:gd name="connsiteY2" fmla="*/ 577721 h 992227"/>
                <a:gd name="connsiteX0" fmla="*/ 108940 w 657014"/>
                <a:gd name="connsiteY0" fmla="*/ 372530 h 955671"/>
                <a:gd name="connsiteX1" fmla="*/ 151271 w 657014"/>
                <a:gd name="connsiteY1" fmla="*/ 297180 h 955671"/>
                <a:gd name="connsiteX2" fmla="*/ 108940 w 657014"/>
                <a:gd name="connsiteY2" fmla="*/ 372530 h 955671"/>
                <a:gd name="connsiteX0" fmla="*/ 4094 w 657014"/>
                <a:gd name="connsiteY0" fmla="*/ 955671 h 955671"/>
                <a:gd name="connsiteX1" fmla="*/ 259936 w 657014"/>
                <a:gd name="connsiteY1" fmla="*/ 2 h 955671"/>
                <a:gd name="connsiteX2" fmla="*/ 657014 w 657014"/>
                <a:gd name="connsiteY2" fmla="*/ 541165 h 955671"/>
                <a:gd name="connsiteX0" fmla="*/ 108940 w 657014"/>
                <a:gd name="connsiteY0" fmla="*/ 388870 h 972011"/>
                <a:gd name="connsiteX1" fmla="*/ 151271 w 657014"/>
                <a:gd name="connsiteY1" fmla="*/ 313520 h 972011"/>
                <a:gd name="connsiteX2" fmla="*/ 108940 w 657014"/>
                <a:gd name="connsiteY2" fmla="*/ 388870 h 972011"/>
                <a:gd name="connsiteX0" fmla="*/ 4094 w 657014"/>
                <a:gd name="connsiteY0" fmla="*/ 972011 h 972011"/>
                <a:gd name="connsiteX1" fmla="*/ 259936 w 657014"/>
                <a:gd name="connsiteY1" fmla="*/ 16342 h 972011"/>
                <a:gd name="connsiteX2" fmla="*/ 657014 w 657014"/>
                <a:gd name="connsiteY2" fmla="*/ 557505 h 972011"/>
                <a:gd name="connsiteX0" fmla="*/ 108940 w 657014"/>
                <a:gd name="connsiteY0" fmla="*/ 388870 h 972011"/>
                <a:gd name="connsiteX1" fmla="*/ 151273 w 657014"/>
                <a:gd name="connsiteY1" fmla="*/ 313524 h 972011"/>
                <a:gd name="connsiteX2" fmla="*/ 108940 w 657014"/>
                <a:gd name="connsiteY2" fmla="*/ 388870 h 972011"/>
                <a:gd name="connsiteX0" fmla="*/ 4094 w 657014"/>
                <a:gd name="connsiteY0" fmla="*/ 972011 h 972011"/>
                <a:gd name="connsiteX1" fmla="*/ 259936 w 657014"/>
                <a:gd name="connsiteY1" fmla="*/ 16342 h 972011"/>
                <a:gd name="connsiteX2" fmla="*/ 657014 w 657014"/>
                <a:gd name="connsiteY2" fmla="*/ 557505 h 972011"/>
                <a:gd name="connsiteX0" fmla="*/ 104845 w 652919"/>
                <a:gd name="connsiteY0" fmla="*/ 388870 h 972011"/>
                <a:gd name="connsiteX1" fmla="*/ 147178 w 652919"/>
                <a:gd name="connsiteY1" fmla="*/ 313524 h 972011"/>
                <a:gd name="connsiteX2" fmla="*/ 104845 w 652919"/>
                <a:gd name="connsiteY2" fmla="*/ 388870 h 972011"/>
                <a:gd name="connsiteX0" fmla="*/ -1 w 652919"/>
                <a:gd name="connsiteY0" fmla="*/ 972011 h 972011"/>
                <a:gd name="connsiteX1" fmla="*/ 255841 w 652919"/>
                <a:gd name="connsiteY1" fmla="*/ 16342 h 972011"/>
                <a:gd name="connsiteX2" fmla="*/ 652919 w 652919"/>
                <a:gd name="connsiteY2" fmla="*/ 557505 h 97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919" h="972011" stroke="0" extrusionOk="0">
                  <a:moveTo>
                    <a:pt x="104845" y="388870"/>
                  </a:moveTo>
                  <a:cubicBezTo>
                    <a:pt x="68033" y="217846"/>
                    <a:pt x="72684" y="329558"/>
                    <a:pt x="147178" y="313524"/>
                  </a:cubicBezTo>
                  <a:lnTo>
                    <a:pt x="104845" y="388870"/>
                  </a:lnTo>
                  <a:close/>
                </a:path>
                <a:path w="652919" h="972011" fill="none">
                  <a:moveTo>
                    <a:pt x="-1" y="972011"/>
                  </a:moveTo>
                  <a:cubicBezTo>
                    <a:pt x="13899" y="493295"/>
                    <a:pt x="128812" y="162114"/>
                    <a:pt x="255841" y="16342"/>
                  </a:cubicBezTo>
                  <a:cubicBezTo>
                    <a:pt x="431946" y="-44114"/>
                    <a:pt x="605126" y="47548"/>
                    <a:pt x="652919" y="557505"/>
                  </a:cubicBezTo>
                </a:path>
              </a:pathLst>
            </a:custGeom>
            <a:ln w="19050">
              <a:solidFill>
                <a:srgbClr val="FFFF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Arc 30">
              <a:extLst>
                <a:ext uri="{FF2B5EF4-FFF2-40B4-BE49-F238E27FC236}">
                  <a16:creationId xmlns:a16="http://schemas.microsoft.com/office/drawing/2014/main" id="{99391654-7220-4219-B298-62E68AE3DD14}"/>
                </a:ext>
              </a:extLst>
            </p:cNvPr>
            <p:cNvSpPr/>
            <p:nvPr/>
          </p:nvSpPr>
          <p:spPr>
            <a:xfrm rot="12111459" flipV="1">
              <a:off x="4121217" y="2714129"/>
              <a:ext cx="153366" cy="43897"/>
            </a:xfrm>
            <a:custGeom>
              <a:avLst/>
              <a:gdLst>
                <a:gd name="connsiteX0" fmla="*/ 10236 w 914400"/>
                <a:gd name="connsiteY0" fmla="*/ 553405 h 914400"/>
                <a:gd name="connsiteX1" fmla="*/ 175103 w 914400"/>
                <a:gd name="connsiteY1" fmla="*/ 97404 h 914400"/>
                <a:gd name="connsiteX2" fmla="*/ 657271 w 914400"/>
                <a:gd name="connsiteY2" fmla="*/ 46100 h 914400"/>
                <a:gd name="connsiteX3" fmla="*/ 914400 w 914400"/>
                <a:gd name="connsiteY3" fmla="*/ 457200 h 914400"/>
                <a:gd name="connsiteX4" fmla="*/ 457200 w 914400"/>
                <a:gd name="connsiteY4" fmla="*/ 457200 h 914400"/>
                <a:gd name="connsiteX5" fmla="*/ 10236 w 914400"/>
                <a:gd name="connsiteY5" fmla="*/ 553405 h 914400"/>
                <a:gd name="connsiteX0" fmla="*/ 10236 w 914400"/>
                <a:gd name="connsiteY0" fmla="*/ 553405 h 914400"/>
                <a:gd name="connsiteX1" fmla="*/ 175103 w 914400"/>
                <a:gd name="connsiteY1" fmla="*/ 97404 h 914400"/>
                <a:gd name="connsiteX2" fmla="*/ 657271 w 914400"/>
                <a:gd name="connsiteY2" fmla="*/ 46100 h 914400"/>
                <a:gd name="connsiteX3" fmla="*/ 914400 w 914400"/>
                <a:gd name="connsiteY3" fmla="*/ 457200 h 914400"/>
                <a:gd name="connsiteX0" fmla="*/ 10252 w 2209816"/>
                <a:gd name="connsiteY0" fmla="*/ 805885 h 805885"/>
                <a:gd name="connsiteX1" fmla="*/ 175119 w 2209816"/>
                <a:gd name="connsiteY1" fmla="*/ 349884 h 805885"/>
                <a:gd name="connsiteX2" fmla="*/ 657287 w 2209816"/>
                <a:gd name="connsiteY2" fmla="*/ 298580 h 805885"/>
                <a:gd name="connsiteX3" fmla="*/ 914416 w 2209816"/>
                <a:gd name="connsiteY3" fmla="*/ 709680 h 805885"/>
                <a:gd name="connsiteX4" fmla="*/ 457216 w 2209816"/>
                <a:gd name="connsiteY4" fmla="*/ 709680 h 805885"/>
                <a:gd name="connsiteX5" fmla="*/ 10252 w 2209816"/>
                <a:gd name="connsiteY5" fmla="*/ 805885 h 805885"/>
                <a:gd name="connsiteX0" fmla="*/ 10252 w 2209816"/>
                <a:gd name="connsiteY0" fmla="*/ 805885 h 805885"/>
                <a:gd name="connsiteX1" fmla="*/ 175119 w 2209816"/>
                <a:gd name="connsiteY1" fmla="*/ 349884 h 805885"/>
                <a:gd name="connsiteX2" fmla="*/ 657287 w 2209816"/>
                <a:gd name="connsiteY2" fmla="*/ 298580 h 805885"/>
                <a:gd name="connsiteX3" fmla="*/ 2209816 w 2209816"/>
                <a:gd name="connsiteY3" fmla="*/ 36580 h 805885"/>
                <a:gd name="connsiteX0" fmla="*/ 10252 w 914416"/>
                <a:gd name="connsiteY0" fmla="*/ 553409 h 553409"/>
                <a:gd name="connsiteX1" fmla="*/ 175119 w 914416"/>
                <a:gd name="connsiteY1" fmla="*/ 97408 h 553409"/>
                <a:gd name="connsiteX2" fmla="*/ 657287 w 914416"/>
                <a:gd name="connsiteY2" fmla="*/ 46104 h 553409"/>
                <a:gd name="connsiteX3" fmla="*/ 914416 w 914416"/>
                <a:gd name="connsiteY3" fmla="*/ 457204 h 553409"/>
                <a:gd name="connsiteX4" fmla="*/ 457216 w 914416"/>
                <a:gd name="connsiteY4" fmla="*/ 457204 h 553409"/>
                <a:gd name="connsiteX5" fmla="*/ 10252 w 914416"/>
                <a:gd name="connsiteY5" fmla="*/ 553409 h 553409"/>
                <a:gd name="connsiteX0" fmla="*/ 10252 w 914416"/>
                <a:gd name="connsiteY0" fmla="*/ 553409 h 553409"/>
                <a:gd name="connsiteX1" fmla="*/ 175119 w 914416"/>
                <a:gd name="connsiteY1" fmla="*/ 97408 h 553409"/>
                <a:gd name="connsiteX2" fmla="*/ 657287 w 914416"/>
                <a:gd name="connsiteY2" fmla="*/ 46104 h 553409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21285 w 2359585"/>
                <a:gd name="connsiteY2" fmla="*/ 722600 h 1229905"/>
                <a:gd name="connsiteX3" fmla="*/ 978414 w 2359585"/>
                <a:gd name="connsiteY3" fmla="*/ 1133700 h 1229905"/>
                <a:gd name="connsiteX4" fmla="*/ 521214 w 2359585"/>
                <a:gd name="connsiteY4" fmla="*/ 1133700 h 1229905"/>
                <a:gd name="connsiteX5" fmla="*/ 74250 w 2359585"/>
                <a:gd name="connsiteY5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21285 w 2359585"/>
                <a:gd name="connsiteY2" fmla="*/ 722600 h 1229905"/>
                <a:gd name="connsiteX3" fmla="*/ 521214 w 2359585"/>
                <a:gd name="connsiteY3" fmla="*/ 1133700 h 1229905"/>
                <a:gd name="connsiteX4" fmla="*/ 74250 w 2359585"/>
                <a:gd name="connsiteY4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521214 w 2359585"/>
                <a:gd name="connsiteY2" fmla="*/ 1133700 h 1229905"/>
                <a:gd name="connsiteX3" fmla="*/ 74250 w 2359585"/>
                <a:gd name="connsiteY3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4250 w 2359585"/>
                <a:gd name="connsiteY2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6544 w 2291879"/>
                <a:gd name="connsiteY0" fmla="*/ 1269056 h 1269056"/>
                <a:gd name="connsiteX1" fmla="*/ 171411 w 2291879"/>
                <a:gd name="connsiteY1" fmla="*/ 813055 h 1269056"/>
                <a:gd name="connsiteX2" fmla="*/ 6544 w 2291879"/>
                <a:gd name="connsiteY2" fmla="*/ 1269056 h 1269056"/>
                <a:gd name="connsiteX0" fmla="*/ 6544 w 2291879"/>
                <a:gd name="connsiteY0" fmla="*/ 1269056 h 1269056"/>
                <a:gd name="connsiteX1" fmla="*/ 1009611 w 2291879"/>
                <a:gd name="connsiteY1" fmla="*/ 178055 h 1269056"/>
                <a:gd name="connsiteX2" fmla="*/ 2291879 w 2291879"/>
                <a:gd name="connsiteY2" fmla="*/ 45471 h 1269056"/>
                <a:gd name="connsiteX0" fmla="*/ 24299 w 2309634"/>
                <a:gd name="connsiteY0" fmla="*/ 1269386 h 1277006"/>
                <a:gd name="connsiteX1" fmla="*/ 189166 w 2309634"/>
                <a:gd name="connsiteY1" fmla="*/ 813385 h 1277006"/>
                <a:gd name="connsiteX2" fmla="*/ 24299 w 2309634"/>
                <a:gd name="connsiteY2" fmla="*/ 1269386 h 1277006"/>
                <a:gd name="connsiteX0" fmla="*/ 1439 w 2309634"/>
                <a:gd name="connsiteY0" fmla="*/ 1277006 h 1277006"/>
                <a:gd name="connsiteX1" fmla="*/ 1027366 w 2309634"/>
                <a:gd name="connsiteY1" fmla="*/ 178385 h 1277006"/>
                <a:gd name="connsiteX2" fmla="*/ 2309634 w 2309634"/>
                <a:gd name="connsiteY2" fmla="*/ 45801 h 1277006"/>
                <a:gd name="connsiteX0" fmla="*/ 54729 w 2340064"/>
                <a:gd name="connsiteY0" fmla="*/ 1269717 h 1284957"/>
                <a:gd name="connsiteX1" fmla="*/ 219596 w 2340064"/>
                <a:gd name="connsiteY1" fmla="*/ 813716 h 1284957"/>
                <a:gd name="connsiteX2" fmla="*/ 54729 w 2340064"/>
                <a:gd name="connsiteY2" fmla="*/ 1269717 h 1284957"/>
                <a:gd name="connsiteX0" fmla="*/ 1389 w 2340064"/>
                <a:gd name="connsiteY0" fmla="*/ 1284957 h 1284957"/>
                <a:gd name="connsiteX1" fmla="*/ 1057796 w 2340064"/>
                <a:gd name="connsiteY1" fmla="*/ 178716 h 1284957"/>
                <a:gd name="connsiteX2" fmla="*/ 2340064 w 2340064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73375 h 1288615"/>
                <a:gd name="connsiteX1" fmla="*/ 218207 w 2338675"/>
                <a:gd name="connsiteY1" fmla="*/ 817374 h 1288615"/>
                <a:gd name="connsiteX2" fmla="*/ 53340 w 2338675"/>
                <a:gd name="connsiteY2" fmla="*/ 1273375 h 1288615"/>
                <a:gd name="connsiteX0" fmla="*/ 0 w 2338675"/>
                <a:gd name="connsiteY0" fmla="*/ 1288615 h 1288615"/>
                <a:gd name="connsiteX1" fmla="*/ 1196107 w 2338675"/>
                <a:gd name="connsiteY1" fmla="*/ 144274 h 1288615"/>
                <a:gd name="connsiteX2" fmla="*/ 2338675 w 2338675"/>
                <a:gd name="connsiteY2" fmla="*/ 49790 h 1288615"/>
                <a:gd name="connsiteX0" fmla="*/ 53340 w 1196107"/>
                <a:gd name="connsiteY0" fmla="*/ 1129101 h 1144341"/>
                <a:gd name="connsiteX1" fmla="*/ 218207 w 1196107"/>
                <a:gd name="connsiteY1" fmla="*/ 673100 h 1144341"/>
                <a:gd name="connsiteX2" fmla="*/ 53340 w 1196107"/>
                <a:gd name="connsiteY2" fmla="*/ 1129101 h 1144341"/>
                <a:gd name="connsiteX0" fmla="*/ 0 w 1196107"/>
                <a:gd name="connsiteY0" fmla="*/ 1144341 h 1144341"/>
                <a:gd name="connsiteX1" fmla="*/ 1196107 w 1196107"/>
                <a:gd name="connsiteY1" fmla="*/ 0 h 1144341"/>
                <a:gd name="connsiteX0" fmla="*/ 53340 w 1390842"/>
                <a:gd name="connsiteY0" fmla="*/ 1113627 h 1128867"/>
                <a:gd name="connsiteX1" fmla="*/ 218207 w 1390842"/>
                <a:gd name="connsiteY1" fmla="*/ 657626 h 1128867"/>
                <a:gd name="connsiteX2" fmla="*/ 53340 w 1390842"/>
                <a:gd name="connsiteY2" fmla="*/ 1113627 h 1128867"/>
                <a:gd name="connsiteX0" fmla="*/ 0 w 1390842"/>
                <a:gd name="connsiteY0" fmla="*/ 1128867 h 1128867"/>
                <a:gd name="connsiteX1" fmla="*/ 1390842 w 1390842"/>
                <a:gd name="connsiteY1" fmla="*/ 0 h 1128867"/>
                <a:gd name="connsiteX0" fmla="*/ 53340 w 1376237"/>
                <a:gd name="connsiteY0" fmla="*/ 1107825 h 1123065"/>
                <a:gd name="connsiteX1" fmla="*/ 218207 w 1376237"/>
                <a:gd name="connsiteY1" fmla="*/ 651824 h 1123065"/>
                <a:gd name="connsiteX2" fmla="*/ 53340 w 1376237"/>
                <a:gd name="connsiteY2" fmla="*/ 1107825 h 1123065"/>
                <a:gd name="connsiteX0" fmla="*/ 0 w 1376237"/>
                <a:gd name="connsiteY0" fmla="*/ 1123065 h 1123065"/>
                <a:gd name="connsiteX1" fmla="*/ 1376237 w 1376237"/>
                <a:gd name="connsiteY1" fmla="*/ 0 h 1123065"/>
                <a:gd name="connsiteX0" fmla="*/ 53340 w 1376237"/>
                <a:gd name="connsiteY0" fmla="*/ 1109136 h 1124376"/>
                <a:gd name="connsiteX1" fmla="*/ 218207 w 1376237"/>
                <a:gd name="connsiteY1" fmla="*/ 653135 h 1124376"/>
                <a:gd name="connsiteX2" fmla="*/ 53340 w 1376237"/>
                <a:gd name="connsiteY2" fmla="*/ 1109136 h 1124376"/>
                <a:gd name="connsiteX0" fmla="*/ 0 w 1376237"/>
                <a:gd name="connsiteY0" fmla="*/ 1124376 h 1124376"/>
                <a:gd name="connsiteX1" fmla="*/ 1376237 w 1376237"/>
                <a:gd name="connsiteY1" fmla="*/ 1311 h 1124376"/>
                <a:gd name="connsiteX0" fmla="*/ 53340 w 1376237"/>
                <a:gd name="connsiteY0" fmla="*/ 1107825 h 1123065"/>
                <a:gd name="connsiteX1" fmla="*/ 218207 w 1376237"/>
                <a:gd name="connsiteY1" fmla="*/ 651824 h 1123065"/>
                <a:gd name="connsiteX2" fmla="*/ 53340 w 1376237"/>
                <a:gd name="connsiteY2" fmla="*/ 1107825 h 1123065"/>
                <a:gd name="connsiteX0" fmla="*/ 0 w 1376237"/>
                <a:gd name="connsiteY0" fmla="*/ 1123065 h 1123065"/>
                <a:gd name="connsiteX1" fmla="*/ 1376237 w 1376237"/>
                <a:gd name="connsiteY1" fmla="*/ 0 h 1123065"/>
                <a:gd name="connsiteX0" fmla="*/ 53340 w 826344"/>
                <a:gd name="connsiteY0" fmla="*/ 623321 h 638561"/>
                <a:gd name="connsiteX1" fmla="*/ 218207 w 826344"/>
                <a:gd name="connsiteY1" fmla="*/ 167320 h 638561"/>
                <a:gd name="connsiteX2" fmla="*/ 53340 w 826344"/>
                <a:gd name="connsiteY2" fmla="*/ 623321 h 638561"/>
                <a:gd name="connsiteX0" fmla="*/ 0 w 826344"/>
                <a:gd name="connsiteY0" fmla="*/ 638561 h 638561"/>
                <a:gd name="connsiteX1" fmla="*/ 826345 w 826344"/>
                <a:gd name="connsiteY1" fmla="*/ 2156 h 638561"/>
                <a:gd name="connsiteX0" fmla="*/ 53340 w 826344"/>
                <a:gd name="connsiteY0" fmla="*/ 623321 h 638561"/>
                <a:gd name="connsiteX1" fmla="*/ 97626 w 826344"/>
                <a:gd name="connsiteY1" fmla="*/ 239498 h 638561"/>
                <a:gd name="connsiteX2" fmla="*/ 53340 w 826344"/>
                <a:gd name="connsiteY2" fmla="*/ 623321 h 638561"/>
                <a:gd name="connsiteX0" fmla="*/ 0 w 826344"/>
                <a:gd name="connsiteY0" fmla="*/ 638561 h 638561"/>
                <a:gd name="connsiteX1" fmla="*/ 826345 w 826344"/>
                <a:gd name="connsiteY1" fmla="*/ 2156 h 638561"/>
                <a:gd name="connsiteX0" fmla="*/ 108076 w 881080"/>
                <a:gd name="connsiteY0" fmla="*/ 621164 h 636404"/>
                <a:gd name="connsiteX1" fmla="*/ 152362 w 881080"/>
                <a:gd name="connsiteY1" fmla="*/ 237341 h 636404"/>
                <a:gd name="connsiteX2" fmla="*/ 108076 w 881080"/>
                <a:gd name="connsiteY2" fmla="*/ 621164 h 636404"/>
                <a:gd name="connsiteX0" fmla="*/ 54736 w 881080"/>
                <a:gd name="connsiteY0" fmla="*/ 636404 h 636404"/>
                <a:gd name="connsiteX1" fmla="*/ 881081 w 881080"/>
                <a:gd name="connsiteY1" fmla="*/ -1 h 636404"/>
                <a:gd name="connsiteX0" fmla="*/ 108080 w 881084"/>
                <a:gd name="connsiteY0" fmla="*/ 621164 h 636404"/>
                <a:gd name="connsiteX1" fmla="*/ 284771 w 881084"/>
                <a:gd name="connsiteY1" fmla="*/ 506776 h 636404"/>
                <a:gd name="connsiteX2" fmla="*/ 108080 w 881084"/>
                <a:gd name="connsiteY2" fmla="*/ 621164 h 636404"/>
                <a:gd name="connsiteX0" fmla="*/ 54740 w 881084"/>
                <a:gd name="connsiteY0" fmla="*/ 636404 h 636404"/>
                <a:gd name="connsiteX1" fmla="*/ 881085 w 881084"/>
                <a:gd name="connsiteY1" fmla="*/ -1 h 636404"/>
                <a:gd name="connsiteX0" fmla="*/ 118541 w 891545"/>
                <a:gd name="connsiteY0" fmla="*/ 621164 h 721833"/>
                <a:gd name="connsiteX1" fmla="*/ 295232 w 891545"/>
                <a:gd name="connsiteY1" fmla="*/ 506776 h 721833"/>
                <a:gd name="connsiteX2" fmla="*/ 118541 w 891545"/>
                <a:gd name="connsiteY2" fmla="*/ 621164 h 721833"/>
                <a:gd name="connsiteX0" fmla="*/ 54011 w 891545"/>
                <a:gd name="connsiteY0" fmla="*/ 721832 h 721833"/>
                <a:gd name="connsiteX1" fmla="*/ 891546 w 891545"/>
                <a:gd name="connsiteY1" fmla="*/ -1 h 721833"/>
                <a:gd name="connsiteX0" fmla="*/ 121424 w 894428"/>
                <a:gd name="connsiteY0" fmla="*/ 661059 h 761728"/>
                <a:gd name="connsiteX1" fmla="*/ 298115 w 894428"/>
                <a:gd name="connsiteY1" fmla="*/ 546671 h 761728"/>
                <a:gd name="connsiteX2" fmla="*/ 121424 w 894428"/>
                <a:gd name="connsiteY2" fmla="*/ 661059 h 761728"/>
                <a:gd name="connsiteX0" fmla="*/ 56894 w 894428"/>
                <a:gd name="connsiteY0" fmla="*/ 761727 h 761728"/>
                <a:gd name="connsiteX1" fmla="*/ 894429 w 894428"/>
                <a:gd name="connsiteY1" fmla="*/ 39894 h 761728"/>
                <a:gd name="connsiteX0" fmla="*/ 149600 w 922604"/>
                <a:gd name="connsiteY0" fmla="*/ 660232 h 760901"/>
                <a:gd name="connsiteX1" fmla="*/ 326291 w 922604"/>
                <a:gd name="connsiteY1" fmla="*/ 545844 h 760901"/>
                <a:gd name="connsiteX2" fmla="*/ 149600 w 922604"/>
                <a:gd name="connsiteY2" fmla="*/ 660232 h 760901"/>
                <a:gd name="connsiteX0" fmla="*/ 85070 w 922604"/>
                <a:gd name="connsiteY0" fmla="*/ 760900 h 760901"/>
                <a:gd name="connsiteX1" fmla="*/ 922605 w 922604"/>
                <a:gd name="connsiteY1" fmla="*/ 39067 h 760901"/>
                <a:gd name="connsiteX0" fmla="*/ 132107 w 1148767"/>
                <a:gd name="connsiteY0" fmla="*/ 386123 h 486792"/>
                <a:gd name="connsiteX1" fmla="*/ 308798 w 1148767"/>
                <a:gd name="connsiteY1" fmla="*/ 271735 h 486792"/>
                <a:gd name="connsiteX2" fmla="*/ 132107 w 1148767"/>
                <a:gd name="connsiteY2" fmla="*/ 386123 h 486792"/>
                <a:gd name="connsiteX0" fmla="*/ 67577 w 1148767"/>
                <a:gd name="connsiteY0" fmla="*/ 486791 h 486792"/>
                <a:gd name="connsiteX1" fmla="*/ 1148769 w 1148767"/>
                <a:gd name="connsiteY1" fmla="*/ 74160 h 486792"/>
                <a:gd name="connsiteX0" fmla="*/ 129161 w 1145821"/>
                <a:gd name="connsiteY0" fmla="*/ 589620 h 690289"/>
                <a:gd name="connsiteX1" fmla="*/ 305852 w 1145821"/>
                <a:gd name="connsiteY1" fmla="*/ 475232 h 690289"/>
                <a:gd name="connsiteX2" fmla="*/ 129161 w 1145821"/>
                <a:gd name="connsiteY2" fmla="*/ 589620 h 690289"/>
                <a:gd name="connsiteX0" fmla="*/ 64631 w 1145821"/>
                <a:gd name="connsiteY0" fmla="*/ 690288 h 690289"/>
                <a:gd name="connsiteX1" fmla="*/ 1145823 w 1145821"/>
                <a:gd name="connsiteY1" fmla="*/ 277657 h 690289"/>
                <a:gd name="connsiteX0" fmla="*/ 141885 w 956598"/>
                <a:gd name="connsiteY0" fmla="*/ 533788 h 634457"/>
                <a:gd name="connsiteX1" fmla="*/ 318576 w 956598"/>
                <a:gd name="connsiteY1" fmla="*/ 419400 h 634457"/>
                <a:gd name="connsiteX2" fmla="*/ 141885 w 956598"/>
                <a:gd name="connsiteY2" fmla="*/ 533788 h 634457"/>
                <a:gd name="connsiteX0" fmla="*/ 77355 w 956598"/>
                <a:gd name="connsiteY0" fmla="*/ 634456 h 634457"/>
                <a:gd name="connsiteX1" fmla="*/ 956600 w 956598"/>
                <a:gd name="connsiteY1" fmla="*/ 295889 h 634457"/>
                <a:gd name="connsiteX0" fmla="*/ 154345 w 969058"/>
                <a:gd name="connsiteY0" fmla="*/ 494396 h 595065"/>
                <a:gd name="connsiteX1" fmla="*/ 331036 w 969058"/>
                <a:gd name="connsiteY1" fmla="*/ 380008 h 595065"/>
                <a:gd name="connsiteX2" fmla="*/ 154345 w 969058"/>
                <a:gd name="connsiteY2" fmla="*/ 494396 h 595065"/>
                <a:gd name="connsiteX0" fmla="*/ 89815 w 969058"/>
                <a:gd name="connsiteY0" fmla="*/ 595064 h 595065"/>
                <a:gd name="connsiteX1" fmla="*/ 969060 w 969058"/>
                <a:gd name="connsiteY1" fmla="*/ 256497 h 595065"/>
                <a:gd name="connsiteX0" fmla="*/ 153099 w 967812"/>
                <a:gd name="connsiteY0" fmla="*/ 608548 h 709217"/>
                <a:gd name="connsiteX1" fmla="*/ 329790 w 967812"/>
                <a:gd name="connsiteY1" fmla="*/ 494160 h 709217"/>
                <a:gd name="connsiteX2" fmla="*/ 153099 w 967812"/>
                <a:gd name="connsiteY2" fmla="*/ 608548 h 709217"/>
                <a:gd name="connsiteX0" fmla="*/ 88569 w 967812"/>
                <a:gd name="connsiteY0" fmla="*/ 709216 h 709217"/>
                <a:gd name="connsiteX1" fmla="*/ 967814 w 967812"/>
                <a:gd name="connsiteY1" fmla="*/ 370649 h 709217"/>
                <a:gd name="connsiteX0" fmla="*/ 178253 w 992966"/>
                <a:gd name="connsiteY0" fmla="*/ 589456 h 690125"/>
                <a:gd name="connsiteX1" fmla="*/ 354944 w 992966"/>
                <a:gd name="connsiteY1" fmla="*/ 475068 h 690125"/>
                <a:gd name="connsiteX2" fmla="*/ 178253 w 992966"/>
                <a:gd name="connsiteY2" fmla="*/ 589456 h 690125"/>
                <a:gd name="connsiteX0" fmla="*/ 113723 w 992966"/>
                <a:gd name="connsiteY0" fmla="*/ 690124 h 690125"/>
                <a:gd name="connsiteX1" fmla="*/ 992968 w 992966"/>
                <a:gd name="connsiteY1" fmla="*/ 351557 h 690125"/>
                <a:gd name="connsiteX0" fmla="*/ 174774 w 989487"/>
                <a:gd name="connsiteY0" fmla="*/ 640484 h 741153"/>
                <a:gd name="connsiteX1" fmla="*/ 351465 w 989487"/>
                <a:gd name="connsiteY1" fmla="*/ 526096 h 741153"/>
                <a:gd name="connsiteX2" fmla="*/ 174774 w 989487"/>
                <a:gd name="connsiteY2" fmla="*/ 640484 h 741153"/>
                <a:gd name="connsiteX0" fmla="*/ 110244 w 989487"/>
                <a:gd name="connsiteY0" fmla="*/ 741152 h 741153"/>
                <a:gd name="connsiteX1" fmla="*/ 989489 w 989487"/>
                <a:gd name="connsiteY1" fmla="*/ 402585 h 741153"/>
                <a:gd name="connsiteX0" fmla="*/ 299558 w 1114271"/>
                <a:gd name="connsiteY0" fmla="*/ 635213 h 756403"/>
                <a:gd name="connsiteX1" fmla="*/ 476249 w 1114271"/>
                <a:gd name="connsiteY1" fmla="*/ 520825 h 756403"/>
                <a:gd name="connsiteX2" fmla="*/ 299558 w 1114271"/>
                <a:gd name="connsiteY2" fmla="*/ 635213 h 756403"/>
                <a:gd name="connsiteX0" fmla="*/ 93277 w 1114271"/>
                <a:gd name="connsiteY0" fmla="*/ 756404 h 756403"/>
                <a:gd name="connsiteX1" fmla="*/ 1114273 w 1114271"/>
                <a:gd name="connsiteY1" fmla="*/ 397314 h 756403"/>
                <a:gd name="connsiteX0" fmla="*/ 188895 w 1003608"/>
                <a:gd name="connsiteY0" fmla="*/ 592860 h 898809"/>
                <a:gd name="connsiteX1" fmla="*/ 365586 w 1003608"/>
                <a:gd name="connsiteY1" fmla="*/ 478472 h 898809"/>
                <a:gd name="connsiteX2" fmla="*/ 188895 w 1003608"/>
                <a:gd name="connsiteY2" fmla="*/ 592860 h 898809"/>
                <a:gd name="connsiteX0" fmla="*/ 108020 w 1003608"/>
                <a:gd name="connsiteY0" fmla="*/ 898810 h 898809"/>
                <a:gd name="connsiteX1" fmla="*/ 1003610 w 1003608"/>
                <a:gd name="connsiteY1" fmla="*/ 354961 h 898809"/>
                <a:gd name="connsiteX0" fmla="*/ 299103 w 1113816"/>
                <a:gd name="connsiteY0" fmla="*/ 604227 h 910176"/>
                <a:gd name="connsiteX1" fmla="*/ 475794 w 1113816"/>
                <a:gd name="connsiteY1" fmla="*/ 489839 h 910176"/>
                <a:gd name="connsiteX2" fmla="*/ 299103 w 1113816"/>
                <a:gd name="connsiteY2" fmla="*/ 604227 h 910176"/>
                <a:gd name="connsiteX0" fmla="*/ 218228 w 1113816"/>
                <a:gd name="connsiteY0" fmla="*/ 910177 h 910176"/>
                <a:gd name="connsiteX1" fmla="*/ 1113818 w 1113816"/>
                <a:gd name="connsiteY1" fmla="*/ 366328 h 910176"/>
                <a:gd name="connsiteX0" fmla="*/ 310620 w 1060312"/>
                <a:gd name="connsiteY0" fmla="*/ 643289 h 949238"/>
                <a:gd name="connsiteX1" fmla="*/ 487311 w 1060312"/>
                <a:gd name="connsiteY1" fmla="*/ 528901 h 949238"/>
                <a:gd name="connsiteX2" fmla="*/ 310620 w 1060312"/>
                <a:gd name="connsiteY2" fmla="*/ 643289 h 949238"/>
                <a:gd name="connsiteX0" fmla="*/ 229745 w 1060312"/>
                <a:gd name="connsiteY0" fmla="*/ 949239 h 949238"/>
                <a:gd name="connsiteX1" fmla="*/ 1060311 w 1060312"/>
                <a:gd name="connsiteY1" fmla="*/ 355815 h 949238"/>
                <a:gd name="connsiteX0" fmla="*/ 310390 w 1061333"/>
                <a:gd name="connsiteY0" fmla="*/ 585996 h 891945"/>
                <a:gd name="connsiteX1" fmla="*/ 487081 w 1061333"/>
                <a:gd name="connsiteY1" fmla="*/ 471608 h 891945"/>
                <a:gd name="connsiteX2" fmla="*/ 310390 w 1061333"/>
                <a:gd name="connsiteY2" fmla="*/ 585996 h 891945"/>
                <a:gd name="connsiteX0" fmla="*/ 229515 w 1061333"/>
                <a:gd name="connsiteY0" fmla="*/ 891946 h 891945"/>
                <a:gd name="connsiteX1" fmla="*/ 1061333 w 1061333"/>
                <a:gd name="connsiteY1" fmla="*/ 371487 h 891945"/>
                <a:gd name="connsiteX0" fmla="*/ 288353 w 1039296"/>
                <a:gd name="connsiteY0" fmla="*/ 590611 h 876112"/>
                <a:gd name="connsiteX1" fmla="*/ 465044 w 1039296"/>
                <a:gd name="connsiteY1" fmla="*/ 476223 h 876112"/>
                <a:gd name="connsiteX2" fmla="*/ 288353 w 1039296"/>
                <a:gd name="connsiteY2" fmla="*/ 590611 h 876112"/>
                <a:gd name="connsiteX0" fmla="*/ 234632 w 1039296"/>
                <a:gd name="connsiteY0" fmla="*/ 876110 h 876112"/>
                <a:gd name="connsiteX1" fmla="*/ 1039296 w 1039296"/>
                <a:gd name="connsiteY1" fmla="*/ 376102 h 876112"/>
                <a:gd name="connsiteX0" fmla="*/ 136389 w 887332"/>
                <a:gd name="connsiteY0" fmla="*/ 569034 h 854535"/>
                <a:gd name="connsiteX1" fmla="*/ 313080 w 887332"/>
                <a:gd name="connsiteY1" fmla="*/ 454646 h 854535"/>
                <a:gd name="connsiteX2" fmla="*/ 136389 w 887332"/>
                <a:gd name="connsiteY2" fmla="*/ 569034 h 854535"/>
                <a:gd name="connsiteX0" fmla="*/ 82668 w 887332"/>
                <a:gd name="connsiteY0" fmla="*/ 854533 h 854535"/>
                <a:gd name="connsiteX1" fmla="*/ 887332 w 887332"/>
                <a:gd name="connsiteY1" fmla="*/ 354525 h 854535"/>
                <a:gd name="connsiteX0" fmla="*/ 123992 w 874935"/>
                <a:gd name="connsiteY0" fmla="*/ 561896 h 847397"/>
                <a:gd name="connsiteX1" fmla="*/ 300683 w 874935"/>
                <a:gd name="connsiteY1" fmla="*/ 447508 h 847397"/>
                <a:gd name="connsiteX2" fmla="*/ 123992 w 874935"/>
                <a:gd name="connsiteY2" fmla="*/ 561896 h 847397"/>
                <a:gd name="connsiteX0" fmla="*/ 70271 w 874935"/>
                <a:gd name="connsiteY0" fmla="*/ 847395 h 847397"/>
                <a:gd name="connsiteX1" fmla="*/ 874935 w 874935"/>
                <a:gd name="connsiteY1" fmla="*/ 347387 h 847397"/>
                <a:gd name="connsiteX0" fmla="*/ 104161 w 855104"/>
                <a:gd name="connsiteY0" fmla="*/ 610846 h 896347"/>
                <a:gd name="connsiteX1" fmla="*/ 280852 w 855104"/>
                <a:gd name="connsiteY1" fmla="*/ 496458 h 896347"/>
                <a:gd name="connsiteX2" fmla="*/ 104161 w 855104"/>
                <a:gd name="connsiteY2" fmla="*/ 610846 h 896347"/>
                <a:gd name="connsiteX0" fmla="*/ 50440 w 855104"/>
                <a:gd name="connsiteY0" fmla="*/ 896345 h 896347"/>
                <a:gd name="connsiteX1" fmla="*/ 855104 w 855104"/>
                <a:gd name="connsiteY1" fmla="*/ 396337 h 896347"/>
                <a:gd name="connsiteX0" fmla="*/ 53721 w 804664"/>
                <a:gd name="connsiteY0" fmla="*/ 574243 h 859744"/>
                <a:gd name="connsiteX1" fmla="*/ 230412 w 804664"/>
                <a:gd name="connsiteY1" fmla="*/ 459855 h 859744"/>
                <a:gd name="connsiteX2" fmla="*/ 53721 w 804664"/>
                <a:gd name="connsiteY2" fmla="*/ 574243 h 859744"/>
                <a:gd name="connsiteX0" fmla="*/ 0 w 804664"/>
                <a:gd name="connsiteY0" fmla="*/ 859742 h 859744"/>
                <a:gd name="connsiteX1" fmla="*/ 804664 w 804664"/>
                <a:gd name="connsiteY1" fmla="*/ 359734 h 859744"/>
                <a:gd name="connsiteX0" fmla="*/ 6090 w 757033"/>
                <a:gd name="connsiteY0" fmla="*/ 611288 h 737354"/>
                <a:gd name="connsiteX1" fmla="*/ 182781 w 757033"/>
                <a:gd name="connsiteY1" fmla="*/ 496900 h 737354"/>
                <a:gd name="connsiteX2" fmla="*/ 6090 w 757033"/>
                <a:gd name="connsiteY2" fmla="*/ 611288 h 737354"/>
                <a:gd name="connsiteX0" fmla="*/ 92338 w 757033"/>
                <a:gd name="connsiteY0" fmla="*/ 737354 h 737354"/>
                <a:gd name="connsiteX1" fmla="*/ 757033 w 757033"/>
                <a:gd name="connsiteY1" fmla="*/ 396779 h 737354"/>
                <a:gd name="connsiteX0" fmla="*/ 6090 w 757033"/>
                <a:gd name="connsiteY0" fmla="*/ 599621 h 725687"/>
                <a:gd name="connsiteX1" fmla="*/ 182781 w 757033"/>
                <a:gd name="connsiteY1" fmla="*/ 485233 h 725687"/>
                <a:gd name="connsiteX2" fmla="*/ 6090 w 757033"/>
                <a:gd name="connsiteY2" fmla="*/ 599621 h 725687"/>
                <a:gd name="connsiteX0" fmla="*/ 92338 w 757033"/>
                <a:gd name="connsiteY0" fmla="*/ 725687 h 725687"/>
                <a:gd name="connsiteX1" fmla="*/ 757033 w 757033"/>
                <a:gd name="connsiteY1" fmla="*/ 385112 h 725687"/>
                <a:gd name="connsiteX0" fmla="*/ 6090 w 757033"/>
                <a:gd name="connsiteY0" fmla="*/ 637769 h 763835"/>
                <a:gd name="connsiteX1" fmla="*/ 182781 w 757033"/>
                <a:gd name="connsiteY1" fmla="*/ 523381 h 763835"/>
                <a:gd name="connsiteX2" fmla="*/ 6090 w 757033"/>
                <a:gd name="connsiteY2" fmla="*/ 637769 h 763835"/>
                <a:gd name="connsiteX0" fmla="*/ 92338 w 757033"/>
                <a:gd name="connsiteY0" fmla="*/ 763835 h 763835"/>
                <a:gd name="connsiteX1" fmla="*/ 757033 w 757033"/>
                <a:gd name="connsiteY1" fmla="*/ 423260 h 763835"/>
                <a:gd name="connsiteX0" fmla="*/ 6090 w 757033"/>
                <a:gd name="connsiteY0" fmla="*/ 690193 h 690191"/>
                <a:gd name="connsiteX1" fmla="*/ 182781 w 757033"/>
                <a:gd name="connsiteY1" fmla="*/ 575805 h 690191"/>
                <a:gd name="connsiteX2" fmla="*/ 6090 w 757033"/>
                <a:gd name="connsiteY2" fmla="*/ 690193 h 690191"/>
                <a:gd name="connsiteX0" fmla="*/ 85308 w 757033"/>
                <a:gd name="connsiteY0" fmla="*/ 622768 h 690191"/>
                <a:gd name="connsiteX1" fmla="*/ 757033 w 757033"/>
                <a:gd name="connsiteY1" fmla="*/ 475684 h 690191"/>
                <a:gd name="connsiteX0" fmla="*/ 6090 w 757033"/>
                <a:gd name="connsiteY0" fmla="*/ 690193 h 690191"/>
                <a:gd name="connsiteX1" fmla="*/ 182781 w 757033"/>
                <a:gd name="connsiteY1" fmla="*/ 575805 h 690191"/>
                <a:gd name="connsiteX2" fmla="*/ 6090 w 757033"/>
                <a:gd name="connsiteY2" fmla="*/ 690193 h 690191"/>
                <a:gd name="connsiteX0" fmla="*/ 85308 w 757033"/>
                <a:gd name="connsiteY0" fmla="*/ 622768 h 690191"/>
                <a:gd name="connsiteX1" fmla="*/ 757033 w 757033"/>
                <a:gd name="connsiteY1" fmla="*/ 475684 h 690191"/>
                <a:gd name="connsiteX0" fmla="*/ 33573 w 784516"/>
                <a:gd name="connsiteY0" fmla="*/ 669260 h 674255"/>
                <a:gd name="connsiteX1" fmla="*/ 210264 w 784516"/>
                <a:gd name="connsiteY1" fmla="*/ 554872 h 674255"/>
                <a:gd name="connsiteX2" fmla="*/ 33573 w 784516"/>
                <a:gd name="connsiteY2" fmla="*/ 669260 h 674255"/>
                <a:gd name="connsiteX0" fmla="*/ 47494 w 784516"/>
                <a:gd name="connsiteY0" fmla="*/ 674254 h 674255"/>
                <a:gd name="connsiteX1" fmla="*/ 784516 w 784516"/>
                <a:gd name="connsiteY1" fmla="*/ 454751 h 674255"/>
                <a:gd name="connsiteX0" fmla="*/ 6090 w 757033"/>
                <a:gd name="connsiteY0" fmla="*/ 668660 h 675818"/>
                <a:gd name="connsiteX1" fmla="*/ 182781 w 757033"/>
                <a:gd name="connsiteY1" fmla="*/ 554272 h 675818"/>
                <a:gd name="connsiteX2" fmla="*/ 6090 w 757033"/>
                <a:gd name="connsiteY2" fmla="*/ 668660 h 675818"/>
                <a:gd name="connsiteX0" fmla="*/ 93677 w 757033"/>
                <a:gd name="connsiteY0" fmla="*/ 675816 h 675818"/>
                <a:gd name="connsiteX1" fmla="*/ 757033 w 757033"/>
                <a:gd name="connsiteY1" fmla="*/ 454151 h 675818"/>
                <a:gd name="connsiteX0" fmla="*/ 6090 w 757033"/>
                <a:gd name="connsiteY0" fmla="*/ 619701 h 626859"/>
                <a:gd name="connsiteX1" fmla="*/ 182781 w 757033"/>
                <a:gd name="connsiteY1" fmla="*/ 505313 h 626859"/>
                <a:gd name="connsiteX2" fmla="*/ 6090 w 757033"/>
                <a:gd name="connsiteY2" fmla="*/ 619701 h 626859"/>
                <a:gd name="connsiteX0" fmla="*/ 93677 w 757033"/>
                <a:gd name="connsiteY0" fmla="*/ 626857 h 626859"/>
                <a:gd name="connsiteX1" fmla="*/ 757033 w 757033"/>
                <a:gd name="connsiteY1" fmla="*/ 405192 h 626859"/>
                <a:gd name="connsiteX0" fmla="*/ 6090 w 757033"/>
                <a:gd name="connsiteY0" fmla="*/ 690609 h 697767"/>
                <a:gd name="connsiteX1" fmla="*/ 182781 w 757033"/>
                <a:gd name="connsiteY1" fmla="*/ 576221 h 697767"/>
                <a:gd name="connsiteX2" fmla="*/ 6090 w 757033"/>
                <a:gd name="connsiteY2" fmla="*/ 690609 h 697767"/>
                <a:gd name="connsiteX0" fmla="*/ 93677 w 757033"/>
                <a:gd name="connsiteY0" fmla="*/ 697765 h 697767"/>
                <a:gd name="connsiteX1" fmla="*/ 757033 w 757033"/>
                <a:gd name="connsiteY1" fmla="*/ 476100 h 697767"/>
                <a:gd name="connsiteX0" fmla="*/ 6090 w 757033"/>
                <a:gd name="connsiteY0" fmla="*/ 690609 h 697767"/>
                <a:gd name="connsiteX1" fmla="*/ 182781 w 757033"/>
                <a:gd name="connsiteY1" fmla="*/ 576221 h 697767"/>
                <a:gd name="connsiteX2" fmla="*/ 6090 w 757033"/>
                <a:gd name="connsiteY2" fmla="*/ 690609 h 697767"/>
                <a:gd name="connsiteX0" fmla="*/ 93677 w 757033"/>
                <a:gd name="connsiteY0" fmla="*/ 697765 h 697767"/>
                <a:gd name="connsiteX1" fmla="*/ 757033 w 757033"/>
                <a:gd name="connsiteY1" fmla="*/ 476100 h 697767"/>
                <a:gd name="connsiteX0" fmla="*/ 6090 w 757033"/>
                <a:gd name="connsiteY0" fmla="*/ 688106 h 695264"/>
                <a:gd name="connsiteX1" fmla="*/ 182781 w 757033"/>
                <a:gd name="connsiteY1" fmla="*/ 573718 h 695264"/>
                <a:gd name="connsiteX2" fmla="*/ 6090 w 757033"/>
                <a:gd name="connsiteY2" fmla="*/ 688106 h 695264"/>
                <a:gd name="connsiteX0" fmla="*/ 93677 w 757033"/>
                <a:gd name="connsiteY0" fmla="*/ 695262 h 695264"/>
                <a:gd name="connsiteX1" fmla="*/ 757033 w 757033"/>
                <a:gd name="connsiteY1" fmla="*/ 473597 h 695264"/>
                <a:gd name="connsiteX0" fmla="*/ 6090 w 757033"/>
                <a:gd name="connsiteY0" fmla="*/ 715079 h 722237"/>
                <a:gd name="connsiteX1" fmla="*/ 182781 w 757033"/>
                <a:gd name="connsiteY1" fmla="*/ 600691 h 722237"/>
                <a:gd name="connsiteX2" fmla="*/ 6090 w 757033"/>
                <a:gd name="connsiteY2" fmla="*/ 715079 h 722237"/>
                <a:gd name="connsiteX0" fmla="*/ 93677 w 757033"/>
                <a:gd name="connsiteY0" fmla="*/ 722235 h 722237"/>
                <a:gd name="connsiteX1" fmla="*/ 757033 w 757033"/>
                <a:gd name="connsiteY1" fmla="*/ 500570 h 722237"/>
                <a:gd name="connsiteX0" fmla="*/ 6090 w 757033"/>
                <a:gd name="connsiteY0" fmla="*/ 836133 h 843291"/>
                <a:gd name="connsiteX1" fmla="*/ 182781 w 757033"/>
                <a:gd name="connsiteY1" fmla="*/ 721745 h 843291"/>
                <a:gd name="connsiteX2" fmla="*/ 6090 w 757033"/>
                <a:gd name="connsiteY2" fmla="*/ 836133 h 843291"/>
                <a:gd name="connsiteX0" fmla="*/ 93677 w 757033"/>
                <a:gd name="connsiteY0" fmla="*/ 843289 h 843291"/>
                <a:gd name="connsiteX1" fmla="*/ 757033 w 757033"/>
                <a:gd name="connsiteY1" fmla="*/ 621624 h 843291"/>
                <a:gd name="connsiteX0" fmla="*/ 6090 w 757033"/>
                <a:gd name="connsiteY0" fmla="*/ 797296 h 804454"/>
                <a:gd name="connsiteX1" fmla="*/ 182781 w 757033"/>
                <a:gd name="connsiteY1" fmla="*/ 682908 h 804454"/>
                <a:gd name="connsiteX2" fmla="*/ 6090 w 757033"/>
                <a:gd name="connsiteY2" fmla="*/ 797296 h 804454"/>
                <a:gd name="connsiteX0" fmla="*/ 93677 w 757033"/>
                <a:gd name="connsiteY0" fmla="*/ 804452 h 804454"/>
                <a:gd name="connsiteX1" fmla="*/ 757033 w 757033"/>
                <a:gd name="connsiteY1" fmla="*/ 582787 h 804454"/>
                <a:gd name="connsiteX0" fmla="*/ 6090 w 656213"/>
                <a:gd name="connsiteY0" fmla="*/ 486261 h 723664"/>
                <a:gd name="connsiteX1" fmla="*/ 182781 w 656213"/>
                <a:gd name="connsiteY1" fmla="*/ 371873 h 723664"/>
                <a:gd name="connsiteX2" fmla="*/ 6090 w 656213"/>
                <a:gd name="connsiteY2" fmla="*/ 486261 h 723664"/>
                <a:gd name="connsiteX0" fmla="*/ 93677 w 656213"/>
                <a:gd name="connsiteY0" fmla="*/ 493417 h 723664"/>
                <a:gd name="connsiteX1" fmla="*/ 656213 w 656213"/>
                <a:gd name="connsiteY1" fmla="*/ 723663 h 723664"/>
                <a:gd name="connsiteX0" fmla="*/ 6090 w 656213"/>
                <a:gd name="connsiteY0" fmla="*/ 594714 h 832117"/>
                <a:gd name="connsiteX1" fmla="*/ 182781 w 656213"/>
                <a:gd name="connsiteY1" fmla="*/ 480326 h 832117"/>
                <a:gd name="connsiteX2" fmla="*/ 6090 w 656213"/>
                <a:gd name="connsiteY2" fmla="*/ 594714 h 832117"/>
                <a:gd name="connsiteX0" fmla="*/ 93677 w 656213"/>
                <a:gd name="connsiteY0" fmla="*/ 601870 h 832117"/>
                <a:gd name="connsiteX1" fmla="*/ 656213 w 656213"/>
                <a:gd name="connsiteY1" fmla="*/ 832116 h 832117"/>
                <a:gd name="connsiteX0" fmla="*/ 6090 w 656213"/>
                <a:gd name="connsiteY0" fmla="*/ 654395 h 891798"/>
                <a:gd name="connsiteX1" fmla="*/ 182781 w 656213"/>
                <a:gd name="connsiteY1" fmla="*/ 540007 h 891798"/>
                <a:gd name="connsiteX2" fmla="*/ 6090 w 656213"/>
                <a:gd name="connsiteY2" fmla="*/ 654395 h 891798"/>
                <a:gd name="connsiteX0" fmla="*/ 93677 w 656213"/>
                <a:gd name="connsiteY0" fmla="*/ 661551 h 891798"/>
                <a:gd name="connsiteX1" fmla="*/ 656213 w 656213"/>
                <a:gd name="connsiteY1" fmla="*/ 891797 h 891798"/>
                <a:gd name="connsiteX0" fmla="*/ 6090 w 656213"/>
                <a:gd name="connsiteY0" fmla="*/ 600709 h 838112"/>
                <a:gd name="connsiteX1" fmla="*/ 182781 w 656213"/>
                <a:gd name="connsiteY1" fmla="*/ 486321 h 838112"/>
                <a:gd name="connsiteX2" fmla="*/ 6090 w 656213"/>
                <a:gd name="connsiteY2" fmla="*/ 600709 h 838112"/>
                <a:gd name="connsiteX0" fmla="*/ 93677 w 656213"/>
                <a:gd name="connsiteY0" fmla="*/ 607865 h 838112"/>
                <a:gd name="connsiteX1" fmla="*/ 656213 w 656213"/>
                <a:gd name="connsiteY1" fmla="*/ 838111 h 838112"/>
                <a:gd name="connsiteX0" fmla="*/ 6090 w 656213"/>
                <a:gd name="connsiteY0" fmla="*/ 607215 h 844618"/>
                <a:gd name="connsiteX1" fmla="*/ 182781 w 656213"/>
                <a:gd name="connsiteY1" fmla="*/ 492827 h 844618"/>
                <a:gd name="connsiteX2" fmla="*/ 6090 w 656213"/>
                <a:gd name="connsiteY2" fmla="*/ 607215 h 844618"/>
                <a:gd name="connsiteX0" fmla="*/ 93677 w 656213"/>
                <a:gd name="connsiteY0" fmla="*/ 614371 h 844618"/>
                <a:gd name="connsiteX1" fmla="*/ 656213 w 656213"/>
                <a:gd name="connsiteY1" fmla="*/ 844617 h 844618"/>
                <a:gd name="connsiteX0" fmla="*/ 6090 w 656213"/>
                <a:gd name="connsiteY0" fmla="*/ 515685 h 753088"/>
                <a:gd name="connsiteX1" fmla="*/ 182781 w 656213"/>
                <a:gd name="connsiteY1" fmla="*/ 401297 h 753088"/>
                <a:gd name="connsiteX2" fmla="*/ 6090 w 656213"/>
                <a:gd name="connsiteY2" fmla="*/ 515685 h 753088"/>
                <a:gd name="connsiteX0" fmla="*/ 93677 w 656213"/>
                <a:gd name="connsiteY0" fmla="*/ 522841 h 753088"/>
                <a:gd name="connsiteX1" fmla="*/ 656213 w 656213"/>
                <a:gd name="connsiteY1" fmla="*/ 753087 h 753088"/>
                <a:gd name="connsiteX0" fmla="*/ 6090 w 659432"/>
                <a:gd name="connsiteY0" fmla="*/ 541366 h 778769"/>
                <a:gd name="connsiteX1" fmla="*/ 182781 w 659432"/>
                <a:gd name="connsiteY1" fmla="*/ 426978 h 778769"/>
                <a:gd name="connsiteX2" fmla="*/ 6090 w 659432"/>
                <a:gd name="connsiteY2" fmla="*/ 541366 h 778769"/>
                <a:gd name="connsiteX0" fmla="*/ 93677 w 659432"/>
                <a:gd name="connsiteY0" fmla="*/ 548522 h 778769"/>
                <a:gd name="connsiteX1" fmla="*/ 656213 w 659432"/>
                <a:gd name="connsiteY1" fmla="*/ 778768 h 778769"/>
                <a:gd name="connsiteX0" fmla="*/ 6090 w 656213"/>
                <a:gd name="connsiteY0" fmla="*/ 521593 h 758996"/>
                <a:gd name="connsiteX1" fmla="*/ 182781 w 656213"/>
                <a:gd name="connsiteY1" fmla="*/ 407205 h 758996"/>
                <a:gd name="connsiteX2" fmla="*/ 6090 w 656213"/>
                <a:gd name="connsiteY2" fmla="*/ 521593 h 758996"/>
                <a:gd name="connsiteX0" fmla="*/ 93677 w 656213"/>
                <a:gd name="connsiteY0" fmla="*/ 528749 h 758996"/>
                <a:gd name="connsiteX1" fmla="*/ 656213 w 656213"/>
                <a:gd name="connsiteY1" fmla="*/ 758995 h 758996"/>
                <a:gd name="connsiteX0" fmla="*/ 6090 w 692716"/>
                <a:gd name="connsiteY0" fmla="*/ 556524 h 738128"/>
                <a:gd name="connsiteX1" fmla="*/ 182781 w 692716"/>
                <a:gd name="connsiteY1" fmla="*/ 442136 h 738128"/>
                <a:gd name="connsiteX2" fmla="*/ 6090 w 692716"/>
                <a:gd name="connsiteY2" fmla="*/ 556524 h 738128"/>
                <a:gd name="connsiteX0" fmla="*/ 93677 w 692716"/>
                <a:gd name="connsiteY0" fmla="*/ 563680 h 738128"/>
                <a:gd name="connsiteX1" fmla="*/ 692716 w 692716"/>
                <a:gd name="connsiteY1" fmla="*/ 738126 h 738128"/>
                <a:gd name="connsiteX0" fmla="*/ 6090 w 692716"/>
                <a:gd name="connsiteY0" fmla="*/ 546912 h 728516"/>
                <a:gd name="connsiteX1" fmla="*/ 182781 w 692716"/>
                <a:gd name="connsiteY1" fmla="*/ 432524 h 728516"/>
                <a:gd name="connsiteX2" fmla="*/ 6090 w 692716"/>
                <a:gd name="connsiteY2" fmla="*/ 546912 h 728516"/>
                <a:gd name="connsiteX0" fmla="*/ 93677 w 692716"/>
                <a:gd name="connsiteY0" fmla="*/ 554068 h 728516"/>
                <a:gd name="connsiteX1" fmla="*/ 692716 w 692716"/>
                <a:gd name="connsiteY1" fmla="*/ 728514 h 728516"/>
                <a:gd name="connsiteX0" fmla="*/ 6090 w 692716"/>
                <a:gd name="connsiteY0" fmla="*/ 529912 h 711516"/>
                <a:gd name="connsiteX1" fmla="*/ 182781 w 692716"/>
                <a:gd name="connsiteY1" fmla="*/ 415524 h 711516"/>
                <a:gd name="connsiteX2" fmla="*/ 6090 w 692716"/>
                <a:gd name="connsiteY2" fmla="*/ 529912 h 711516"/>
                <a:gd name="connsiteX0" fmla="*/ 93677 w 692716"/>
                <a:gd name="connsiteY0" fmla="*/ 537068 h 711516"/>
                <a:gd name="connsiteX1" fmla="*/ 692716 w 692716"/>
                <a:gd name="connsiteY1" fmla="*/ 711514 h 711516"/>
                <a:gd name="connsiteX0" fmla="*/ 6090 w 692716"/>
                <a:gd name="connsiteY0" fmla="*/ 550973 h 732577"/>
                <a:gd name="connsiteX1" fmla="*/ 182781 w 692716"/>
                <a:gd name="connsiteY1" fmla="*/ 436585 h 732577"/>
                <a:gd name="connsiteX2" fmla="*/ 6090 w 692716"/>
                <a:gd name="connsiteY2" fmla="*/ 550973 h 732577"/>
                <a:gd name="connsiteX0" fmla="*/ 58479 w 692716"/>
                <a:gd name="connsiteY0" fmla="*/ 500264 h 732577"/>
                <a:gd name="connsiteX1" fmla="*/ 692716 w 692716"/>
                <a:gd name="connsiteY1" fmla="*/ 732575 h 732577"/>
                <a:gd name="connsiteX0" fmla="*/ 6090 w 692716"/>
                <a:gd name="connsiteY0" fmla="*/ 557522 h 739126"/>
                <a:gd name="connsiteX1" fmla="*/ 182781 w 692716"/>
                <a:gd name="connsiteY1" fmla="*/ 443134 h 739126"/>
                <a:gd name="connsiteX2" fmla="*/ 6090 w 692716"/>
                <a:gd name="connsiteY2" fmla="*/ 557522 h 739126"/>
                <a:gd name="connsiteX0" fmla="*/ 58479 w 692716"/>
                <a:gd name="connsiteY0" fmla="*/ 506813 h 739126"/>
                <a:gd name="connsiteX1" fmla="*/ 692716 w 692716"/>
                <a:gd name="connsiteY1" fmla="*/ 739124 h 739126"/>
                <a:gd name="connsiteX0" fmla="*/ 6090 w 692716"/>
                <a:gd name="connsiteY0" fmla="*/ 473284 h 654888"/>
                <a:gd name="connsiteX1" fmla="*/ 182781 w 692716"/>
                <a:gd name="connsiteY1" fmla="*/ 358896 h 654888"/>
                <a:gd name="connsiteX2" fmla="*/ 6090 w 692716"/>
                <a:gd name="connsiteY2" fmla="*/ 473284 h 654888"/>
                <a:gd name="connsiteX0" fmla="*/ 58479 w 692716"/>
                <a:gd name="connsiteY0" fmla="*/ 422575 h 654888"/>
                <a:gd name="connsiteX1" fmla="*/ 692716 w 692716"/>
                <a:gd name="connsiteY1" fmla="*/ 654886 h 654888"/>
                <a:gd name="connsiteX0" fmla="*/ 6090 w 724001"/>
                <a:gd name="connsiteY0" fmla="*/ 502283 h 636055"/>
                <a:gd name="connsiteX1" fmla="*/ 182781 w 724001"/>
                <a:gd name="connsiteY1" fmla="*/ 387895 h 636055"/>
                <a:gd name="connsiteX2" fmla="*/ 6090 w 724001"/>
                <a:gd name="connsiteY2" fmla="*/ 502283 h 636055"/>
                <a:gd name="connsiteX0" fmla="*/ 58479 w 724001"/>
                <a:gd name="connsiteY0" fmla="*/ 451574 h 636055"/>
                <a:gd name="connsiteX1" fmla="*/ 724003 w 724001"/>
                <a:gd name="connsiteY1" fmla="*/ 636057 h 636055"/>
                <a:gd name="connsiteX0" fmla="*/ 6090 w 724004"/>
                <a:gd name="connsiteY0" fmla="*/ 448086 h 581858"/>
                <a:gd name="connsiteX1" fmla="*/ 182781 w 724004"/>
                <a:gd name="connsiteY1" fmla="*/ 333698 h 581858"/>
                <a:gd name="connsiteX2" fmla="*/ 6090 w 724004"/>
                <a:gd name="connsiteY2" fmla="*/ 448086 h 581858"/>
                <a:gd name="connsiteX0" fmla="*/ 58479 w 724004"/>
                <a:gd name="connsiteY0" fmla="*/ 397377 h 581858"/>
                <a:gd name="connsiteX1" fmla="*/ 724003 w 724004"/>
                <a:gd name="connsiteY1" fmla="*/ 581860 h 581858"/>
                <a:gd name="connsiteX0" fmla="*/ 6090 w 724004"/>
                <a:gd name="connsiteY0" fmla="*/ 440973 h 574745"/>
                <a:gd name="connsiteX1" fmla="*/ 182781 w 724004"/>
                <a:gd name="connsiteY1" fmla="*/ 326585 h 574745"/>
                <a:gd name="connsiteX2" fmla="*/ 6090 w 724004"/>
                <a:gd name="connsiteY2" fmla="*/ 440973 h 574745"/>
                <a:gd name="connsiteX0" fmla="*/ 58479 w 724004"/>
                <a:gd name="connsiteY0" fmla="*/ 390264 h 574745"/>
                <a:gd name="connsiteX1" fmla="*/ 724003 w 724004"/>
                <a:gd name="connsiteY1" fmla="*/ 574747 h 574745"/>
                <a:gd name="connsiteX0" fmla="*/ 6090 w 724004"/>
                <a:gd name="connsiteY0" fmla="*/ 474035 h 607807"/>
                <a:gd name="connsiteX1" fmla="*/ 182781 w 724004"/>
                <a:gd name="connsiteY1" fmla="*/ 359647 h 607807"/>
                <a:gd name="connsiteX2" fmla="*/ 6090 w 724004"/>
                <a:gd name="connsiteY2" fmla="*/ 474035 h 607807"/>
                <a:gd name="connsiteX0" fmla="*/ 58479 w 724004"/>
                <a:gd name="connsiteY0" fmla="*/ 423326 h 607807"/>
                <a:gd name="connsiteX1" fmla="*/ 724003 w 724004"/>
                <a:gd name="connsiteY1" fmla="*/ 607809 h 607807"/>
                <a:gd name="connsiteX0" fmla="*/ 6090 w 724004"/>
                <a:gd name="connsiteY0" fmla="*/ 524473 h 658245"/>
                <a:gd name="connsiteX1" fmla="*/ 182781 w 724004"/>
                <a:gd name="connsiteY1" fmla="*/ 410085 h 658245"/>
                <a:gd name="connsiteX2" fmla="*/ 6090 w 724004"/>
                <a:gd name="connsiteY2" fmla="*/ 524473 h 658245"/>
                <a:gd name="connsiteX0" fmla="*/ 58479 w 724004"/>
                <a:gd name="connsiteY0" fmla="*/ 473764 h 658245"/>
                <a:gd name="connsiteX1" fmla="*/ 724003 w 724004"/>
                <a:gd name="connsiteY1" fmla="*/ 658247 h 658245"/>
                <a:gd name="connsiteX0" fmla="*/ 6090 w 724746"/>
                <a:gd name="connsiteY0" fmla="*/ 476750 h 610522"/>
                <a:gd name="connsiteX1" fmla="*/ 182781 w 724746"/>
                <a:gd name="connsiteY1" fmla="*/ 362362 h 610522"/>
                <a:gd name="connsiteX2" fmla="*/ 6090 w 724746"/>
                <a:gd name="connsiteY2" fmla="*/ 476750 h 610522"/>
                <a:gd name="connsiteX0" fmla="*/ 58479 w 724746"/>
                <a:gd name="connsiteY0" fmla="*/ 426041 h 610522"/>
                <a:gd name="connsiteX1" fmla="*/ 724003 w 724746"/>
                <a:gd name="connsiteY1" fmla="*/ 610524 h 610522"/>
                <a:gd name="connsiteX0" fmla="*/ 6090 w 724004"/>
                <a:gd name="connsiteY0" fmla="*/ 502053 h 635825"/>
                <a:gd name="connsiteX1" fmla="*/ 182781 w 724004"/>
                <a:gd name="connsiteY1" fmla="*/ 387665 h 635825"/>
                <a:gd name="connsiteX2" fmla="*/ 6090 w 724004"/>
                <a:gd name="connsiteY2" fmla="*/ 502053 h 635825"/>
                <a:gd name="connsiteX0" fmla="*/ 58479 w 724004"/>
                <a:gd name="connsiteY0" fmla="*/ 451344 h 635825"/>
                <a:gd name="connsiteX1" fmla="*/ 724003 w 724004"/>
                <a:gd name="connsiteY1" fmla="*/ 635827 h 635825"/>
                <a:gd name="connsiteX0" fmla="*/ 6090 w 724004"/>
                <a:gd name="connsiteY0" fmla="*/ 482810 h 616582"/>
                <a:gd name="connsiteX1" fmla="*/ 182781 w 724004"/>
                <a:gd name="connsiteY1" fmla="*/ 368422 h 616582"/>
                <a:gd name="connsiteX2" fmla="*/ 6090 w 724004"/>
                <a:gd name="connsiteY2" fmla="*/ 482810 h 616582"/>
                <a:gd name="connsiteX0" fmla="*/ 58479 w 724004"/>
                <a:gd name="connsiteY0" fmla="*/ 432101 h 616582"/>
                <a:gd name="connsiteX1" fmla="*/ 724003 w 724004"/>
                <a:gd name="connsiteY1" fmla="*/ 616584 h 616582"/>
                <a:gd name="connsiteX0" fmla="*/ 6090 w 712230"/>
                <a:gd name="connsiteY0" fmla="*/ 462820 h 631672"/>
                <a:gd name="connsiteX1" fmla="*/ 182781 w 712230"/>
                <a:gd name="connsiteY1" fmla="*/ 348432 h 631672"/>
                <a:gd name="connsiteX2" fmla="*/ 6090 w 712230"/>
                <a:gd name="connsiteY2" fmla="*/ 462820 h 631672"/>
                <a:gd name="connsiteX0" fmla="*/ 58479 w 712230"/>
                <a:gd name="connsiteY0" fmla="*/ 412111 h 631672"/>
                <a:gd name="connsiteX1" fmla="*/ 712229 w 712230"/>
                <a:gd name="connsiteY1" fmla="*/ 631671 h 631672"/>
                <a:gd name="connsiteX0" fmla="*/ 6090 w 712229"/>
                <a:gd name="connsiteY0" fmla="*/ 273957 h 806325"/>
                <a:gd name="connsiteX1" fmla="*/ 182781 w 712229"/>
                <a:gd name="connsiteY1" fmla="*/ 159569 h 806325"/>
                <a:gd name="connsiteX2" fmla="*/ 6090 w 712229"/>
                <a:gd name="connsiteY2" fmla="*/ 273957 h 806325"/>
                <a:gd name="connsiteX0" fmla="*/ 30440 w 712229"/>
                <a:gd name="connsiteY0" fmla="*/ 806325 h 806325"/>
                <a:gd name="connsiteX1" fmla="*/ 712229 w 712229"/>
                <a:gd name="connsiteY1" fmla="*/ 442808 h 806325"/>
                <a:gd name="connsiteX0" fmla="*/ 6090 w 712229"/>
                <a:gd name="connsiteY0" fmla="*/ 429636 h 962004"/>
                <a:gd name="connsiteX1" fmla="*/ 182781 w 712229"/>
                <a:gd name="connsiteY1" fmla="*/ 315248 h 962004"/>
                <a:gd name="connsiteX2" fmla="*/ 6090 w 712229"/>
                <a:gd name="connsiteY2" fmla="*/ 429636 h 962004"/>
                <a:gd name="connsiteX0" fmla="*/ 30440 w 712229"/>
                <a:gd name="connsiteY0" fmla="*/ 962004 h 962004"/>
                <a:gd name="connsiteX1" fmla="*/ 712229 w 712229"/>
                <a:gd name="connsiteY1" fmla="*/ 598487 h 962004"/>
                <a:gd name="connsiteX0" fmla="*/ 6090 w 712229"/>
                <a:gd name="connsiteY0" fmla="*/ 425413 h 969516"/>
                <a:gd name="connsiteX1" fmla="*/ 182781 w 712229"/>
                <a:gd name="connsiteY1" fmla="*/ 311025 h 969516"/>
                <a:gd name="connsiteX2" fmla="*/ 6090 w 712229"/>
                <a:gd name="connsiteY2" fmla="*/ 425413 h 969516"/>
                <a:gd name="connsiteX0" fmla="*/ 35604 w 712229"/>
                <a:gd name="connsiteY0" fmla="*/ 969516 h 969516"/>
                <a:gd name="connsiteX1" fmla="*/ 712229 w 712229"/>
                <a:gd name="connsiteY1" fmla="*/ 594264 h 969516"/>
                <a:gd name="connsiteX0" fmla="*/ 6090 w 702540"/>
                <a:gd name="connsiteY0" fmla="*/ 425729 h 969832"/>
                <a:gd name="connsiteX1" fmla="*/ 182781 w 702540"/>
                <a:gd name="connsiteY1" fmla="*/ 311341 h 969832"/>
                <a:gd name="connsiteX2" fmla="*/ 6090 w 702540"/>
                <a:gd name="connsiteY2" fmla="*/ 425729 h 969832"/>
                <a:gd name="connsiteX0" fmla="*/ 35604 w 702540"/>
                <a:gd name="connsiteY0" fmla="*/ 969832 h 969832"/>
                <a:gd name="connsiteX1" fmla="*/ 702540 w 702540"/>
                <a:gd name="connsiteY1" fmla="*/ 594086 h 969832"/>
                <a:gd name="connsiteX0" fmla="*/ 6090 w 702540"/>
                <a:gd name="connsiteY0" fmla="*/ 519933 h 1064036"/>
                <a:gd name="connsiteX1" fmla="*/ 182781 w 702540"/>
                <a:gd name="connsiteY1" fmla="*/ 405545 h 1064036"/>
                <a:gd name="connsiteX2" fmla="*/ 6090 w 702540"/>
                <a:gd name="connsiteY2" fmla="*/ 519933 h 1064036"/>
                <a:gd name="connsiteX0" fmla="*/ 35604 w 702540"/>
                <a:gd name="connsiteY0" fmla="*/ 1064036 h 1064036"/>
                <a:gd name="connsiteX1" fmla="*/ 322521 w 702540"/>
                <a:gd name="connsiteY1" fmla="*/ 96785 h 1064036"/>
                <a:gd name="connsiteX2" fmla="*/ 702540 w 702540"/>
                <a:gd name="connsiteY2" fmla="*/ 688290 h 1064036"/>
                <a:gd name="connsiteX0" fmla="*/ 6090 w 702540"/>
                <a:gd name="connsiteY0" fmla="*/ 629235 h 1173338"/>
                <a:gd name="connsiteX1" fmla="*/ 182781 w 702540"/>
                <a:gd name="connsiteY1" fmla="*/ 514847 h 1173338"/>
                <a:gd name="connsiteX2" fmla="*/ 6090 w 702540"/>
                <a:gd name="connsiteY2" fmla="*/ 629235 h 1173338"/>
                <a:gd name="connsiteX0" fmla="*/ 35604 w 702540"/>
                <a:gd name="connsiteY0" fmla="*/ 1173338 h 1173338"/>
                <a:gd name="connsiteX1" fmla="*/ 322521 w 702540"/>
                <a:gd name="connsiteY1" fmla="*/ 206087 h 1173338"/>
                <a:gd name="connsiteX2" fmla="*/ 702540 w 702540"/>
                <a:gd name="connsiteY2" fmla="*/ 797592 h 1173338"/>
                <a:gd name="connsiteX0" fmla="*/ 6090 w 702540"/>
                <a:gd name="connsiteY0" fmla="*/ 746023 h 1290126"/>
                <a:gd name="connsiteX1" fmla="*/ 182781 w 702540"/>
                <a:gd name="connsiteY1" fmla="*/ 631635 h 1290126"/>
                <a:gd name="connsiteX2" fmla="*/ 6090 w 702540"/>
                <a:gd name="connsiteY2" fmla="*/ 746023 h 1290126"/>
                <a:gd name="connsiteX0" fmla="*/ 35604 w 702540"/>
                <a:gd name="connsiteY0" fmla="*/ 1290126 h 1290126"/>
                <a:gd name="connsiteX1" fmla="*/ 288350 w 702540"/>
                <a:gd name="connsiteY1" fmla="*/ 152170 h 1290126"/>
                <a:gd name="connsiteX2" fmla="*/ 702540 w 702540"/>
                <a:gd name="connsiteY2" fmla="*/ 914380 h 1290126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636090 h 1180193"/>
                <a:gd name="connsiteX1" fmla="*/ 182781 w 702540"/>
                <a:gd name="connsiteY1" fmla="*/ 521702 h 1180193"/>
                <a:gd name="connsiteX2" fmla="*/ 6090 w 702540"/>
                <a:gd name="connsiteY2" fmla="*/ 636090 h 1180193"/>
                <a:gd name="connsiteX0" fmla="*/ 35604 w 702540"/>
                <a:gd name="connsiteY0" fmla="*/ 1180193 h 1180193"/>
                <a:gd name="connsiteX1" fmla="*/ 288350 w 702540"/>
                <a:gd name="connsiteY1" fmla="*/ 42237 h 1180193"/>
                <a:gd name="connsiteX2" fmla="*/ 702540 w 702540"/>
                <a:gd name="connsiteY2" fmla="*/ 804447 h 1180193"/>
                <a:gd name="connsiteX0" fmla="*/ 6090 w 702540"/>
                <a:gd name="connsiteY0" fmla="*/ 640197 h 1184300"/>
                <a:gd name="connsiteX1" fmla="*/ 182781 w 702540"/>
                <a:gd name="connsiteY1" fmla="*/ 525809 h 1184300"/>
                <a:gd name="connsiteX2" fmla="*/ 6090 w 702540"/>
                <a:gd name="connsiteY2" fmla="*/ 640197 h 1184300"/>
                <a:gd name="connsiteX0" fmla="*/ 35604 w 702540"/>
                <a:gd name="connsiteY0" fmla="*/ 1184300 h 1184300"/>
                <a:gd name="connsiteX1" fmla="*/ 287933 w 702540"/>
                <a:gd name="connsiteY1" fmla="*/ 40743 h 1184300"/>
                <a:gd name="connsiteX2" fmla="*/ 702540 w 702540"/>
                <a:gd name="connsiteY2" fmla="*/ 808554 h 1184300"/>
                <a:gd name="connsiteX0" fmla="*/ 6090 w 702540"/>
                <a:gd name="connsiteY0" fmla="*/ 647676 h 1191779"/>
                <a:gd name="connsiteX1" fmla="*/ 182781 w 702540"/>
                <a:gd name="connsiteY1" fmla="*/ 533288 h 1191779"/>
                <a:gd name="connsiteX2" fmla="*/ 6090 w 702540"/>
                <a:gd name="connsiteY2" fmla="*/ 647676 h 1191779"/>
                <a:gd name="connsiteX0" fmla="*/ 35604 w 702540"/>
                <a:gd name="connsiteY0" fmla="*/ 1191779 h 1191779"/>
                <a:gd name="connsiteX1" fmla="*/ 287933 w 702540"/>
                <a:gd name="connsiteY1" fmla="*/ 48222 h 1191779"/>
                <a:gd name="connsiteX2" fmla="*/ 702540 w 702540"/>
                <a:gd name="connsiteY2" fmla="*/ 816033 h 1191779"/>
                <a:gd name="connsiteX0" fmla="*/ 6090 w 702540"/>
                <a:gd name="connsiteY0" fmla="*/ 647676 h 1191779"/>
                <a:gd name="connsiteX1" fmla="*/ 182781 w 702540"/>
                <a:gd name="connsiteY1" fmla="*/ 533288 h 1191779"/>
                <a:gd name="connsiteX2" fmla="*/ 6090 w 702540"/>
                <a:gd name="connsiteY2" fmla="*/ 647676 h 1191779"/>
                <a:gd name="connsiteX0" fmla="*/ 35604 w 702540"/>
                <a:gd name="connsiteY0" fmla="*/ 1191779 h 1191779"/>
                <a:gd name="connsiteX1" fmla="*/ 287933 w 702540"/>
                <a:gd name="connsiteY1" fmla="*/ 48222 h 1191779"/>
                <a:gd name="connsiteX2" fmla="*/ 702540 w 702540"/>
                <a:gd name="connsiteY2" fmla="*/ 816033 h 1191779"/>
                <a:gd name="connsiteX0" fmla="*/ 6090 w 702540"/>
                <a:gd name="connsiteY0" fmla="*/ 666346 h 1210449"/>
                <a:gd name="connsiteX1" fmla="*/ 182781 w 702540"/>
                <a:gd name="connsiteY1" fmla="*/ 551958 h 1210449"/>
                <a:gd name="connsiteX2" fmla="*/ 6090 w 702540"/>
                <a:gd name="connsiteY2" fmla="*/ 666346 h 1210449"/>
                <a:gd name="connsiteX0" fmla="*/ 35604 w 702540"/>
                <a:gd name="connsiteY0" fmla="*/ 1210449 h 1210449"/>
                <a:gd name="connsiteX1" fmla="*/ 287933 w 702540"/>
                <a:gd name="connsiteY1" fmla="*/ 66892 h 1210449"/>
                <a:gd name="connsiteX2" fmla="*/ 702540 w 702540"/>
                <a:gd name="connsiteY2" fmla="*/ 834703 h 1210449"/>
                <a:gd name="connsiteX0" fmla="*/ 6090 w 702540"/>
                <a:gd name="connsiteY0" fmla="*/ 617720 h 1161823"/>
                <a:gd name="connsiteX1" fmla="*/ 182781 w 702540"/>
                <a:gd name="connsiteY1" fmla="*/ 503332 h 1161823"/>
                <a:gd name="connsiteX2" fmla="*/ 6090 w 702540"/>
                <a:gd name="connsiteY2" fmla="*/ 617720 h 1161823"/>
                <a:gd name="connsiteX0" fmla="*/ 35604 w 702540"/>
                <a:gd name="connsiteY0" fmla="*/ 1161823 h 1161823"/>
                <a:gd name="connsiteX1" fmla="*/ 287933 w 702540"/>
                <a:gd name="connsiteY1" fmla="*/ 18266 h 1161823"/>
                <a:gd name="connsiteX2" fmla="*/ 702540 w 702540"/>
                <a:gd name="connsiteY2" fmla="*/ 786077 h 1161823"/>
                <a:gd name="connsiteX0" fmla="*/ 6090 w 702540"/>
                <a:gd name="connsiteY0" fmla="*/ 613116 h 1157219"/>
                <a:gd name="connsiteX1" fmla="*/ 182781 w 702540"/>
                <a:gd name="connsiteY1" fmla="*/ 498728 h 1157219"/>
                <a:gd name="connsiteX2" fmla="*/ 6090 w 702540"/>
                <a:gd name="connsiteY2" fmla="*/ 613116 h 1157219"/>
                <a:gd name="connsiteX0" fmla="*/ 35604 w 702540"/>
                <a:gd name="connsiteY0" fmla="*/ 1157219 h 1157219"/>
                <a:gd name="connsiteX1" fmla="*/ 287933 w 702540"/>
                <a:gd name="connsiteY1" fmla="*/ 13662 h 1157219"/>
                <a:gd name="connsiteX2" fmla="*/ 702540 w 702540"/>
                <a:gd name="connsiteY2" fmla="*/ 781473 h 1157219"/>
                <a:gd name="connsiteX0" fmla="*/ 6090 w 702540"/>
                <a:gd name="connsiteY0" fmla="*/ 616602 h 1160705"/>
                <a:gd name="connsiteX1" fmla="*/ 182781 w 702540"/>
                <a:gd name="connsiteY1" fmla="*/ 502214 h 1160705"/>
                <a:gd name="connsiteX2" fmla="*/ 6090 w 702540"/>
                <a:gd name="connsiteY2" fmla="*/ 616602 h 1160705"/>
                <a:gd name="connsiteX0" fmla="*/ 35604 w 702540"/>
                <a:gd name="connsiteY0" fmla="*/ 1160705 h 1160705"/>
                <a:gd name="connsiteX1" fmla="*/ 287933 w 702540"/>
                <a:gd name="connsiteY1" fmla="*/ 17148 h 1160705"/>
                <a:gd name="connsiteX2" fmla="*/ 702540 w 702540"/>
                <a:gd name="connsiteY2" fmla="*/ 784959 h 1160705"/>
                <a:gd name="connsiteX0" fmla="*/ 111454 w 673544"/>
                <a:gd name="connsiteY0" fmla="*/ 577564 h 1160705"/>
                <a:gd name="connsiteX1" fmla="*/ 153785 w 673544"/>
                <a:gd name="connsiteY1" fmla="*/ 502214 h 1160705"/>
                <a:gd name="connsiteX2" fmla="*/ 111454 w 673544"/>
                <a:gd name="connsiteY2" fmla="*/ 577564 h 1160705"/>
                <a:gd name="connsiteX0" fmla="*/ 6608 w 673544"/>
                <a:gd name="connsiteY0" fmla="*/ 1160705 h 1160705"/>
                <a:gd name="connsiteX1" fmla="*/ 258937 w 673544"/>
                <a:gd name="connsiteY1" fmla="*/ 17148 h 1160705"/>
                <a:gd name="connsiteX2" fmla="*/ 673544 w 673544"/>
                <a:gd name="connsiteY2" fmla="*/ 784959 h 1160705"/>
                <a:gd name="connsiteX0" fmla="*/ 112257 w 674347"/>
                <a:gd name="connsiteY0" fmla="*/ 577564 h 1160705"/>
                <a:gd name="connsiteX1" fmla="*/ 154588 w 674347"/>
                <a:gd name="connsiteY1" fmla="*/ 502214 h 1160705"/>
                <a:gd name="connsiteX2" fmla="*/ 112257 w 674347"/>
                <a:gd name="connsiteY2" fmla="*/ 577564 h 1160705"/>
                <a:gd name="connsiteX0" fmla="*/ 7411 w 674347"/>
                <a:gd name="connsiteY0" fmla="*/ 1160705 h 1160705"/>
                <a:gd name="connsiteX1" fmla="*/ 259740 w 674347"/>
                <a:gd name="connsiteY1" fmla="*/ 17148 h 1160705"/>
                <a:gd name="connsiteX2" fmla="*/ 674347 w 674347"/>
                <a:gd name="connsiteY2" fmla="*/ 784959 h 1160705"/>
                <a:gd name="connsiteX0" fmla="*/ 111667 w 673757"/>
                <a:gd name="connsiteY0" fmla="*/ 577564 h 1160705"/>
                <a:gd name="connsiteX1" fmla="*/ 153998 w 673757"/>
                <a:gd name="connsiteY1" fmla="*/ 502214 h 1160705"/>
                <a:gd name="connsiteX2" fmla="*/ 111667 w 673757"/>
                <a:gd name="connsiteY2" fmla="*/ 577564 h 1160705"/>
                <a:gd name="connsiteX0" fmla="*/ 6821 w 673757"/>
                <a:gd name="connsiteY0" fmla="*/ 1160705 h 1160705"/>
                <a:gd name="connsiteX1" fmla="*/ 259150 w 673757"/>
                <a:gd name="connsiteY1" fmla="*/ 17148 h 1160705"/>
                <a:gd name="connsiteX2" fmla="*/ 673757 w 673757"/>
                <a:gd name="connsiteY2" fmla="*/ 784959 h 1160705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67536"/>
                <a:gd name="connsiteY0" fmla="*/ 583933 h 1167074"/>
                <a:gd name="connsiteX1" fmla="*/ 153986 w 667536"/>
                <a:gd name="connsiteY1" fmla="*/ 508583 h 1167074"/>
                <a:gd name="connsiteX2" fmla="*/ 111655 w 667536"/>
                <a:gd name="connsiteY2" fmla="*/ 583933 h 1167074"/>
                <a:gd name="connsiteX0" fmla="*/ 6809 w 667536"/>
                <a:gd name="connsiteY0" fmla="*/ 1167074 h 1167074"/>
                <a:gd name="connsiteX1" fmla="*/ 259138 w 667536"/>
                <a:gd name="connsiteY1" fmla="*/ 23517 h 1167074"/>
                <a:gd name="connsiteX2" fmla="*/ 667536 w 667536"/>
                <a:gd name="connsiteY2" fmla="*/ 763722 h 1167074"/>
                <a:gd name="connsiteX0" fmla="*/ 111655 w 659729"/>
                <a:gd name="connsiteY0" fmla="*/ 584533 h 1167674"/>
                <a:gd name="connsiteX1" fmla="*/ 153986 w 659729"/>
                <a:gd name="connsiteY1" fmla="*/ 509183 h 1167674"/>
                <a:gd name="connsiteX2" fmla="*/ 111655 w 659729"/>
                <a:gd name="connsiteY2" fmla="*/ 584533 h 1167674"/>
                <a:gd name="connsiteX0" fmla="*/ 6809 w 659729"/>
                <a:gd name="connsiteY0" fmla="*/ 1167674 h 1167674"/>
                <a:gd name="connsiteX1" fmla="*/ 259138 w 659729"/>
                <a:gd name="connsiteY1" fmla="*/ 24117 h 1167674"/>
                <a:gd name="connsiteX2" fmla="*/ 659729 w 659729"/>
                <a:gd name="connsiteY2" fmla="*/ 753168 h 1167674"/>
                <a:gd name="connsiteX0" fmla="*/ 111655 w 659729"/>
                <a:gd name="connsiteY0" fmla="*/ 582822 h 1165963"/>
                <a:gd name="connsiteX1" fmla="*/ 153986 w 659729"/>
                <a:gd name="connsiteY1" fmla="*/ 507472 h 1165963"/>
                <a:gd name="connsiteX2" fmla="*/ 111655 w 659729"/>
                <a:gd name="connsiteY2" fmla="*/ 582822 h 1165963"/>
                <a:gd name="connsiteX0" fmla="*/ 6809 w 659729"/>
                <a:gd name="connsiteY0" fmla="*/ 1165963 h 1165963"/>
                <a:gd name="connsiteX1" fmla="*/ 259138 w 659729"/>
                <a:gd name="connsiteY1" fmla="*/ 22406 h 1165963"/>
                <a:gd name="connsiteX2" fmla="*/ 659729 w 659729"/>
                <a:gd name="connsiteY2" fmla="*/ 751457 h 1165963"/>
                <a:gd name="connsiteX0" fmla="*/ 111640 w 659714"/>
                <a:gd name="connsiteY0" fmla="*/ 579270 h 1162411"/>
                <a:gd name="connsiteX1" fmla="*/ 153971 w 659714"/>
                <a:gd name="connsiteY1" fmla="*/ 503920 h 1162411"/>
                <a:gd name="connsiteX2" fmla="*/ 111640 w 659714"/>
                <a:gd name="connsiteY2" fmla="*/ 579270 h 1162411"/>
                <a:gd name="connsiteX0" fmla="*/ 6794 w 659714"/>
                <a:gd name="connsiteY0" fmla="*/ 1162411 h 1162411"/>
                <a:gd name="connsiteX1" fmla="*/ 259395 w 659714"/>
                <a:gd name="connsiteY1" fmla="*/ 22588 h 1162411"/>
                <a:gd name="connsiteX2" fmla="*/ 659714 w 659714"/>
                <a:gd name="connsiteY2" fmla="*/ 747905 h 1162411"/>
                <a:gd name="connsiteX0" fmla="*/ 111538 w 659612"/>
                <a:gd name="connsiteY0" fmla="*/ 554480 h 1137621"/>
                <a:gd name="connsiteX1" fmla="*/ 153869 w 659612"/>
                <a:gd name="connsiteY1" fmla="*/ 479130 h 1137621"/>
                <a:gd name="connsiteX2" fmla="*/ 111538 w 659612"/>
                <a:gd name="connsiteY2" fmla="*/ 554480 h 1137621"/>
                <a:gd name="connsiteX0" fmla="*/ 6692 w 659612"/>
                <a:gd name="connsiteY0" fmla="*/ 1137621 h 1137621"/>
                <a:gd name="connsiteX1" fmla="*/ 261199 w 659612"/>
                <a:gd name="connsiteY1" fmla="*/ 23939 h 1137621"/>
                <a:gd name="connsiteX2" fmla="*/ 659612 w 659612"/>
                <a:gd name="connsiteY2" fmla="*/ 723115 h 1137621"/>
                <a:gd name="connsiteX0" fmla="*/ 111551 w 659625"/>
                <a:gd name="connsiteY0" fmla="*/ 558012 h 1141153"/>
                <a:gd name="connsiteX1" fmla="*/ 153882 w 659625"/>
                <a:gd name="connsiteY1" fmla="*/ 482662 h 1141153"/>
                <a:gd name="connsiteX2" fmla="*/ 111551 w 659625"/>
                <a:gd name="connsiteY2" fmla="*/ 558012 h 1141153"/>
                <a:gd name="connsiteX0" fmla="*/ 6705 w 659625"/>
                <a:gd name="connsiteY0" fmla="*/ 1141153 h 1141153"/>
                <a:gd name="connsiteX1" fmla="*/ 260940 w 659625"/>
                <a:gd name="connsiteY1" fmla="*/ 23736 h 1141153"/>
                <a:gd name="connsiteX2" fmla="*/ 659625 w 659625"/>
                <a:gd name="connsiteY2" fmla="*/ 726647 h 1141153"/>
                <a:gd name="connsiteX0" fmla="*/ 108769 w 656843"/>
                <a:gd name="connsiteY0" fmla="*/ 558012 h 1141153"/>
                <a:gd name="connsiteX1" fmla="*/ 151100 w 656843"/>
                <a:gd name="connsiteY1" fmla="*/ 482662 h 1141153"/>
                <a:gd name="connsiteX2" fmla="*/ 108769 w 656843"/>
                <a:gd name="connsiteY2" fmla="*/ 558012 h 1141153"/>
                <a:gd name="connsiteX0" fmla="*/ 3923 w 656843"/>
                <a:gd name="connsiteY0" fmla="*/ 1141153 h 1141153"/>
                <a:gd name="connsiteX1" fmla="*/ 258158 w 656843"/>
                <a:gd name="connsiteY1" fmla="*/ 23736 h 1141153"/>
                <a:gd name="connsiteX2" fmla="*/ 656843 w 656843"/>
                <a:gd name="connsiteY2" fmla="*/ 726647 h 1141153"/>
                <a:gd name="connsiteX0" fmla="*/ 108385 w 656459"/>
                <a:gd name="connsiteY0" fmla="*/ 558012 h 1141153"/>
                <a:gd name="connsiteX1" fmla="*/ 150716 w 656459"/>
                <a:gd name="connsiteY1" fmla="*/ 482662 h 1141153"/>
                <a:gd name="connsiteX2" fmla="*/ 108385 w 656459"/>
                <a:gd name="connsiteY2" fmla="*/ 558012 h 1141153"/>
                <a:gd name="connsiteX0" fmla="*/ 3539 w 656459"/>
                <a:gd name="connsiteY0" fmla="*/ 1141153 h 1141153"/>
                <a:gd name="connsiteX1" fmla="*/ 257774 w 656459"/>
                <a:gd name="connsiteY1" fmla="*/ 23736 h 1141153"/>
                <a:gd name="connsiteX2" fmla="*/ 656459 w 656459"/>
                <a:gd name="connsiteY2" fmla="*/ 726647 h 1141153"/>
                <a:gd name="connsiteX0" fmla="*/ 108523 w 656597"/>
                <a:gd name="connsiteY0" fmla="*/ 558012 h 1141153"/>
                <a:gd name="connsiteX1" fmla="*/ 150854 w 656597"/>
                <a:gd name="connsiteY1" fmla="*/ 482662 h 1141153"/>
                <a:gd name="connsiteX2" fmla="*/ 108523 w 656597"/>
                <a:gd name="connsiteY2" fmla="*/ 558012 h 1141153"/>
                <a:gd name="connsiteX0" fmla="*/ 3677 w 656597"/>
                <a:gd name="connsiteY0" fmla="*/ 1141153 h 1141153"/>
                <a:gd name="connsiteX1" fmla="*/ 257912 w 656597"/>
                <a:gd name="connsiteY1" fmla="*/ 23736 h 1141153"/>
                <a:gd name="connsiteX2" fmla="*/ 656597 w 656597"/>
                <a:gd name="connsiteY2" fmla="*/ 726647 h 1141153"/>
                <a:gd name="connsiteX0" fmla="*/ 108973 w 657047"/>
                <a:gd name="connsiteY0" fmla="*/ 558012 h 1141153"/>
                <a:gd name="connsiteX1" fmla="*/ 151304 w 657047"/>
                <a:gd name="connsiteY1" fmla="*/ 482662 h 1141153"/>
                <a:gd name="connsiteX2" fmla="*/ 108973 w 657047"/>
                <a:gd name="connsiteY2" fmla="*/ 558012 h 1141153"/>
                <a:gd name="connsiteX0" fmla="*/ 4127 w 657047"/>
                <a:gd name="connsiteY0" fmla="*/ 1141153 h 1141153"/>
                <a:gd name="connsiteX1" fmla="*/ 258362 w 657047"/>
                <a:gd name="connsiteY1" fmla="*/ 23736 h 1141153"/>
                <a:gd name="connsiteX2" fmla="*/ 657047 w 657047"/>
                <a:gd name="connsiteY2" fmla="*/ 726647 h 1141153"/>
                <a:gd name="connsiteX0" fmla="*/ 108940 w 657014"/>
                <a:gd name="connsiteY0" fmla="*/ 409086 h 992227"/>
                <a:gd name="connsiteX1" fmla="*/ 151271 w 657014"/>
                <a:gd name="connsiteY1" fmla="*/ 333736 h 992227"/>
                <a:gd name="connsiteX2" fmla="*/ 108940 w 657014"/>
                <a:gd name="connsiteY2" fmla="*/ 409086 h 992227"/>
                <a:gd name="connsiteX0" fmla="*/ 4094 w 657014"/>
                <a:gd name="connsiteY0" fmla="*/ 992227 h 992227"/>
                <a:gd name="connsiteX1" fmla="*/ 259936 w 657014"/>
                <a:gd name="connsiteY1" fmla="*/ 36558 h 992227"/>
                <a:gd name="connsiteX2" fmla="*/ 657014 w 657014"/>
                <a:gd name="connsiteY2" fmla="*/ 577721 h 992227"/>
                <a:gd name="connsiteX0" fmla="*/ 108940 w 657014"/>
                <a:gd name="connsiteY0" fmla="*/ 372530 h 955671"/>
                <a:gd name="connsiteX1" fmla="*/ 151271 w 657014"/>
                <a:gd name="connsiteY1" fmla="*/ 297180 h 955671"/>
                <a:gd name="connsiteX2" fmla="*/ 108940 w 657014"/>
                <a:gd name="connsiteY2" fmla="*/ 372530 h 955671"/>
                <a:gd name="connsiteX0" fmla="*/ 4094 w 657014"/>
                <a:gd name="connsiteY0" fmla="*/ 955671 h 955671"/>
                <a:gd name="connsiteX1" fmla="*/ 259936 w 657014"/>
                <a:gd name="connsiteY1" fmla="*/ 2 h 955671"/>
                <a:gd name="connsiteX2" fmla="*/ 657014 w 657014"/>
                <a:gd name="connsiteY2" fmla="*/ 541165 h 955671"/>
                <a:gd name="connsiteX0" fmla="*/ 108940 w 657014"/>
                <a:gd name="connsiteY0" fmla="*/ 388870 h 972011"/>
                <a:gd name="connsiteX1" fmla="*/ 151271 w 657014"/>
                <a:gd name="connsiteY1" fmla="*/ 313520 h 972011"/>
                <a:gd name="connsiteX2" fmla="*/ 108940 w 657014"/>
                <a:gd name="connsiteY2" fmla="*/ 388870 h 972011"/>
                <a:gd name="connsiteX0" fmla="*/ 4094 w 657014"/>
                <a:gd name="connsiteY0" fmla="*/ 972011 h 972011"/>
                <a:gd name="connsiteX1" fmla="*/ 259936 w 657014"/>
                <a:gd name="connsiteY1" fmla="*/ 16342 h 972011"/>
                <a:gd name="connsiteX2" fmla="*/ 657014 w 657014"/>
                <a:gd name="connsiteY2" fmla="*/ 557505 h 972011"/>
                <a:gd name="connsiteX0" fmla="*/ 108940 w 657014"/>
                <a:gd name="connsiteY0" fmla="*/ 388870 h 972011"/>
                <a:gd name="connsiteX1" fmla="*/ 151273 w 657014"/>
                <a:gd name="connsiteY1" fmla="*/ 313524 h 972011"/>
                <a:gd name="connsiteX2" fmla="*/ 108940 w 657014"/>
                <a:gd name="connsiteY2" fmla="*/ 388870 h 972011"/>
                <a:gd name="connsiteX0" fmla="*/ 4094 w 657014"/>
                <a:gd name="connsiteY0" fmla="*/ 972011 h 972011"/>
                <a:gd name="connsiteX1" fmla="*/ 259936 w 657014"/>
                <a:gd name="connsiteY1" fmla="*/ 16342 h 972011"/>
                <a:gd name="connsiteX2" fmla="*/ 657014 w 657014"/>
                <a:gd name="connsiteY2" fmla="*/ 557505 h 972011"/>
                <a:gd name="connsiteX0" fmla="*/ 104845 w 652919"/>
                <a:gd name="connsiteY0" fmla="*/ 388870 h 972011"/>
                <a:gd name="connsiteX1" fmla="*/ 147178 w 652919"/>
                <a:gd name="connsiteY1" fmla="*/ 313524 h 972011"/>
                <a:gd name="connsiteX2" fmla="*/ 104845 w 652919"/>
                <a:gd name="connsiteY2" fmla="*/ 388870 h 972011"/>
                <a:gd name="connsiteX0" fmla="*/ -1 w 652919"/>
                <a:gd name="connsiteY0" fmla="*/ 972011 h 972011"/>
                <a:gd name="connsiteX1" fmla="*/ 255841 w 652919"/>
                <a:gd name="connsiteY1" fmla="*/ 16342 h 972011"/>
                <a:gd name="connsiteX2" fmla="*/ 652919 w 652919"/>
                <a:gd name="connsiteY2" fmla="*/ 557505 h 97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919" h="972011" stroke="0" extrusionOk="0">
                  <a:moveTo>
                    <a:pt x="104845" y="388870"/>
                  </a:moveTo>
                  <a:cubicBezTo>
                    <a:pt x="68033" y="217846"/>
                    <a:pt x="72684" y="329558"/>
                    <a:pt x="147178" y="313524"/>
                  </a:cubicBezTo>
                  <a:lnTo>
                    <a:pt x="104845" y="388870"/>
                  </a:lnTo>
                  <a:close/>
                </a:path>
                <a:path w="652919" h="972011" fill="none">
                  <a:moveTo>
                    <a:pt x="-1" y="972011"/>
                  </a:moveTo>
                  <a:cubicBezTo>
                    <a:pt x="13899" y="493295"/>
                    <a:pt x="128812" y="162114"/>
                    <a:pt x="255841" y="16342"/>
                  </a:cubicBezTo>
                  <a:cubicBezTo>
                    <a:pt x="431946" y="-44114"/>
                    <a:pt x="605126" y="47548"/>
                    <a:pt x="652919" y="557505"/>
                  </a:cubicBezTo>
                </a:path>
              </a:pathLst>
            </a:custGeom>
            <a:ln w="19050">
              <a:solidFill>
                <a:srgbClr val="FFFF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081853-AA19-4AB5-812F-8F6CD1CBB688}"/>
                </a:ext>
              </a:extLst>
            </p:cNvPr>
            <p:cNvSpPr txBox="1"/>
            <p:nvPr/>
          </p:nvSpPr>
          <p:spPr>
            <a:xfrm>
              <a:off x="4136848" y="2528502"/>
              <a:ext cx="168530" cy="2296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defTabSz="457189">
                <a:lnSpc>
                  <a:spcPct val="85000"/>
                </a:lnSpc>
              </a:pPr>
              <a:r>
                <a:rPr lang="en-US" sz="1200" b="1" dirty="0">
                  <a:solidFill>
                    <a:prstClr val="white"/>
                  </a:solidFill>
                  <a:latin typeface="Symbol" panose="05050102010706020507" pitchFamily="18" charset="2"/>
                </a:rPr>
                <a:t>q</a:t>
              </a:r>
              <a:endParaRPr lang="en-US" sz="12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A5C0AE-E285-4A93-8312-C58E19188BB3}"/>
                </a:ext>
              </a:extLst>
            </p:cNvPr>
            <p:cNvSpPr txBox="1"/>
            <p:nvPr/>
          </p:nvSpPr>
          <p:spPr>
            <a:xfrm>
              <a:off x="4176466" y="1916956"/>
              <a:ext cx="168530" cy="2310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defTabSz="457189">
                <a:lnSpc>
                  <a:spcPct val="85000"/>
                </a:lnSpc>
              </a:pPr>
              <a:r>
                <a:rPr lang="en-GB" sz="12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  <a:ea typeface="Verdana" panose="020B0604030504040204" pitchFamily="34" charset="0"/>
                </a:rPr>
                <a:t>z</a:t>
              </a:r>
              <a:endParaRPr lang="en-US" sz="1200" b="1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B43377-5F0B-45D8-829C-E19368C85D7B}"/>
                </a:ext>
              </a:extLst>
            </p:cNvPr>
            <p:cNvSpPr txBox="1"/>
            <p:nvPr/>
          </p:nvSpPr>
          <p:spPr>
            <a:xfrm>
              <a:off x="4086217" y="3058294"/>
              <a:ext cx="168530" cy="2296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defTabSz="457189">
                <a:lnSpc>
                  <a:spcPct val="85000"/>
                </a:lnSpc>
              </a:pPr>
              <a:r>
                <a:rPr lang="en-US" sz="1200" b="1" dirty="0">
                  <a:solidFill>
                    <a:prstClr val="white"/>
                  </a:solidFill>
                  <a:latin typeface="Symbol" panose="05050102010706020507" pitchFamily="18" charset="2"/>
                </a:rPr>
                <a:t>f</a:t>
              </a:r>
              <a:endParaRPr lang="en-US" sz="12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0FE71B-AD84-4781-B08E-855557BD595D}"/>
                </a:ext>
              </a:extLst>
            </p:cNvPr>
            <p:cNvSpPr txBox="1"/>
            <p:nvPr/>
          </p:nvSpPr>
          <p:spPr>
            <a:xfrm>
              <a:off x="4403470" y="2396314"/>
              <a:ext cx="168530" cy="2310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85000"/>
                </a:lnSpc>
              </a:pPr>
              <a:r>
                <a:rPr lang="en-GB" sz="12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  <a:ea typeface="Verdana" panose="020B0604030504040204" pitchFamily="34" charset="0"/>
                </a:rPr>
                <a:t>r</a:t>
              </a:r>
              <a:endParaRPr lang="en-US" sz="1200" b="1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3743DD-05A4-43B9-85B9-5B7ED4BC9D40}"/>
                </a:ext>
              </a:extLst>
            </p:cNvPr>
            <p:cNvSpPr txBox="1"/>
            <p:nvPr/>
          </p:nvSpPr>
          <p:spPr>
            <a:xfrm>
              <a:off x="5296546" y="2778376"/>
              <a:ext cx="168530" cy="2310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85000"/>
                </a:lnSpc>
              </a:pPr>
              <a:r>
                <a:rPr lang="en-GB" sz="12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  <a:ea typeface="Verdana" panose="020B0604030504040204" pitchFamily="34" charset="0"/>
                </a:rPr>
                <a:t>y</a:t>
              </a:r>
              <a:endParaRPr lang="en-US" sz="1200" b="1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9FFAEF8-28F5-4C4F-8510-6775E0C2CD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3450" y="2342928"/>
              <a:ext cx="733197" cy="530584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65EB405-9D0A-4A70-911E-37E6C5EC4C58}"/>
                </a:ext>
              </a:extLst>
            </p:cNvPr>
            <p:cNvCxnSpPr>
              <a:cxnSpLocks/>
            </p:cNvCxnSpPr>
            <p:nvPr/>
          </p:nvCxnSpPr>
          <p:spPr>
            <a:xfrm>
              <a:off x="4215026" y="2957871"/>
              <a:ext cx="657057" cy="475485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32BE79E-2E6A-45B5-88AF-0B23C18A8DBE}"/>
                </a:ext>
              </a:extLst>
            </p:cNvPr>
            <p:cNvCxnSpPr>
              <a:cxnSpLocks/>
            </p:cNvCxnSpPr>
            <p:nvPr/>
          </p:nvCxnSpPr>
          <p:spPr>
            <a:xfrm>
              <a:off x="4867321" y="2343636"/>
              <a:ext cx="0" cy="1085232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4666B11-6A7D-42DD-9469-CABF04383A4E}"/>
                </a:ext>
              </a:extLst>
            </p:cNvPr>
            <p:cNvCxnSpPr>
              <a:cxnSpLocks/>
            </p:cNvCxnSpPr>
            <p:nvPr/>
          </p:nvCxnSpPr>
          <p:spPr>
            <a:xfrm>
              <a:off x="4124715" y="2892560"/>
              <a:ext cx="122418" cy="88589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BCD57D-BAD5-47DD-9B97-C213846992E3}"/>
                </a:ext>
              </a:extLst>
            </p:cNvPr>
            <p:cNvSpPr txBox="1"/>
            <p:nvPr/>
          </p:nvSpPr>
          <p:spPr>
            <a:xfrm>
              <a:off x="3576494" y="3718308"/>
              <a:ext cx="168530" cy="2310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85000"/>
                </a:lnSpc>
              </a:pPr>
              <a:r>
                <a:rPr lang="en-GB" sz="12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  <a:ea typeface="Verdana" panose="020B0604030504040204" pitchFamily="34" charset="0"/>
                </a:rPr>
                <a:t>x</a:t>
              </a:r>
              <a:endParaRPr lang="en-US" sz="1200" b="1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A2FA526-42F2-464F-B6E2-35D4F017540D}"/>
                </a:ext>
              </a:extLst>
            </p:cNvPr>
            <p:cNvSpPr/>
            <p:nvPr/>
          </p:nvSpPr>
          <p:spPr>
            <a:xfrm>
              <a:off x="4825747" y="2314345"/>
              <a:ext cx="65914" cy="6911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US" sz="1800" b="1" dirty="0">
                <a:solidFill>
                  <a:prstClr val="black"/>
                </a:solidFill>
                <a:latin typeface="Montserrat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986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4" y="1239839"/>
            <a:ext cx="525621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32000" indent="-432000"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1.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	In this model, Schrodinger assumed electron as 3D wave which is present in positive field of nucleus.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17924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Important Features of Quantum Mechanical Model </a:t>
            </a:r>
          </a:p>
        </p:txBody>
      </p:sp>
    </p:spTree>
    <p:extLst>
      <p:ext uri="{BB962C8B-B14F-4D97-AF65-F5344CB8AC3E}">
        <p14:creationId xmlns:p14="http://schemas.microsoft.com/office/powerpoint/2010/main" val="63804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4" y="1245924"/>
            <a:ext cx="525621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32000" indent="-432000"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2.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	This model is based upon Schrodinger wave equation.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17924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Important Features of Quantum Mechanical Model </a:t>
            </a:r>
          </a:p>
        </p:txBody>
      </p:sp>
    </p:spTree>
    <p:extLst>
      <p:ext uri="{BB962C8B-B14F-4D97-AF65-F5344CB8AC3E}">
        <p14:creationId xmlns:p14="http://schemas.microsoft.com/office/powerpoint/2010/main" val="127131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4" y="1239838"/>
            <a:ext cx="5256213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32000" indent="-432000"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3.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	The solution of equation gives possible energy levels the electron can occupy, and the corresponding wave function of electron associated with each energy level.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17924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Important Features of Quantum Mechanical Model </a:t>
            </a:r>
          </a:p>
        </p:txBody>
      </p:sp>
    </p:spTree>
    <p:extLst>
      <p:ext uri="{BB962C8B-B14F-4D97-AF65-F5344CB8AC3E}">
        <p14:creationId xmlns:p14="http://schemas.microsoft.com/office/powerpoint/2010/main" val="2133193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4" y="1239839"/>
            <a:ext cx="525621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32000" indent="-432000"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4.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	The energy of electrons in atoms is quantized.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17924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Important Features of Quantum Mechanical Model </a:t>
            </a:r>
          </a:p>
        </p:txBody>
      </p:sp>
    </p:spTree>
    <p:extLst>
      <p:ext uri="{BB962C8B-B14F-4D97-AF65-F5344CB8AC3E}">
        <p14:creationId xmlns:p14="http://schemas.microsoft.com/office/powerpoint/2010/main" val="1395902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4" y="1239839"/>
            <a:ext cx="525621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32000" indent="-432000"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5.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	Each value of wave function is associated with orbital.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17924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Important Features of Quantum Mechanical Model </a:t>
            </a:r>
          </a:p>
        </p:txBody>
      </p:sp>
    </p:spTree>
    <p:extLst>
      <p:ext uri="{BB962C8B-B14F-4D97-AF65-F5344CB8AC3E}">
        <p14:creationId xmlns:p14="http://schemas.microsoft.com/office/powerpoint/2010/main" val="3851701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4" y="1239839"/>
            <a:ext cx="5256213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32000" indent="-432000"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6.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	Orbital is the space where probability of finding an electron is maximum. This model does not consider the presence of well-defined circular path as it is based on Heisenberg uncertainty principle.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17924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Important Features of Quantum Mechanical Model </a:t>
            </a:r>
          </a:p>
        </p:txBody>
      </p:sp>
    </p:spTree>
    <p:extLst>
      <p:ext uri="{BB962C8B-B14F-4D97-AF65-F5344CB8AC3E}">
        <p14:creationId xmlns:p14="http://schemas.microsoft.com/office/powerpoint/2010/main" val="2056661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8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This model is based upon Schrodinger wave equation.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2977763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Quantum Mechanical Model of Atom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76C17-0545-495B-BE5E-34AA4B626BF1}"/>
              </a:ext>
            </a:extLst>
          </p:cNvPr>
          <p:cNvSpPr txBox="1"/>
          <p:nvPr/>
        </p:nvSpPr>
        <p:spPr>
          <a:xfrm>
            <a:off x="3311526" y="1972033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Schrodinger wave equation–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5E9CF2-1A48-4786-BF61-1A28394EC35A}"/>
                  </a:ext>
                </a:extLst>
              </p:cNvPr>
              <p:cNvSpPr txBox="1"/>
              <p:nvPr/>
            </p:nvSpPr>
            <p:spPr>
              <a:xfrm>
                <a:off x="3311526" y="2412718"/>
                <a:ext cx="5184775" cy="516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189"/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prstClr val="white"/>
                            </a:solidFill>
                            <a:latin typeface="Symbol" panose="05050102010706020507" pitchFamily="18" charset="2"/>
                          </a:rPr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dx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prstClr val="white"/>
                            </a:solidFill>
                            <a:latin typeface="Symbol" panose="05050102010706020507" pitchFamily="18" charset="2"/>
                          </a:rPr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dy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prstClr val="white"/>
                            </a:solidFill>
                            <a:latin typeface="Symbol" panose="05050102010706020507" pitchFamily="18" charset="2"/>
                          </a:rPr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dz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8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prstClr val="white"/>
                            </a:solidFill>
                            <a:latin typeface="Symbol" panose="05050102010706020507" pitchFamily="18" charset="2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aseline="300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(E – V)</a:t>
                </a:r>
                <a:r>
                  <a:rPr lang="en-US" sz="1800" b="1" dirty="0">
                    <a:solidFill>
                      <a:prstClr val="white"/>
                    </a:solidFill>
                    <a:latin typeface="Symbol" panose="05050102010706020507" pitchFamily="18" charset="2"/>
                  </a:rPr>
                  <a:t>y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5E9CF2-1A48-4786-BF61-1A28394EC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26" y="2412718"/>
                <a:ext cx="5184775" cy="516552"/>
              </a:xfrm>
              <a:prstGeom prst="rect">
                <a:avLst/>
              </a:prstGeom>
              <a:blipFill>
                <a:blip r:embed="rId2"/>
                <a:stretch>
                  <a:fillRect b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2904331-F796-4899-A96B-28307DC7F1BE}"/>
              </a:ext>
            </a:extLst>
          </p:cNvPr>
          <p:cNvSpPr txBox="1"/>
          <p:nvPr/>
        </p:nvSpPr>
        <p:spPr>
          <a:xfrm>
            <a:off x="3311526" y="3147211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h = Planck’s constant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ABDF4A-43E2-4222-8F47-2817F92C534D}"/>
              </a:ext>
            </a:extLst>
          </p:cNvPr>
          <p:cNvSpPr txBox="1"/>
          <p:nvPr/>
        </p:nvSpPr>
        <p:spPr>
          <a:xfrm>
            <a:off x="3311526" y="3582312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m = mass of electron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1CF7DC-26FE-4461-9A2F-E884566CFE66}"/>
              </a:ext>
            </a:extLst>
          </p:cNvPr>
          <p:cNvSpPr txBox="1"/>
          <p:nvPr/>
        </p:nvSpPr>
        <p:spPr>
          <a:xfrm>
            <a:off x="3311526" y="4017413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E = total energy (denotes 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quantised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energy)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7C1BE-4F17-42BC-8855-6D19650AE864}"/>
              </a:ext>
            </a:extLst>
          </p:cNvPr>
          <p:cNvSpPr txBox="1"/>
          <p:nvPr/>
        </p:nvSpPr>
        <p:spPr>
          <a:xfrm>
            <a:off x="3311526" y="4463665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V = Potential energy</a:t>
            </a:r>
          </a:p>
        </p:txBody>
      </p:sp>
    </p:spTree>
    <p:extLst>
      <p:ext uri="{BB962C8B-B14F-4D97-AF65-F5344CB8AC3E}">
        <p14:creationId xmlns:p14="http://schemas.microsoft.com/office/powerpoint/2010/main" val="3451860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6"/>
            <a:ext cx="52212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=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(r)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×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(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q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,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f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)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7" y="301083"/>
            <a:ext cx="296661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Quantum Mechanical Model of Atom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E7EAE8-2CF3-4A1C-9502-4408F0B0C2A3}"/>
              </a:ext>
            </a:extLst>
          </p:cNvPr>
          <p:cNvSpPr/>
          <p:nvPr/>
        </p:nvSpPr>
        <p:spPr>
          <a:xfrm>
            <a:off x="4745928" y="1995766"/>
            <a:ext cx="2099747" cy="2124764"/>
          </a:xfrm>
          <a:prstGeom prst="rect">
            <a:avLst/>
          </a:prstGeom>
          <a:solidFill>
            <a:srgbClr val="C5E0B4">
              <a:alpha val="50196"/>
            </a:srgb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44B2A9-9AC7-4246-910F-66BA7B627CFA}"/>
              </a:ext>
            </a:extLst>
          </p:cNvPr>
          <p:cNvGrpSpPr/>
          <p:nvPr/>
        </p:nvGrpSpPr>
        <p:grpSpPr>
          <a:xfrm>
            <a:off x="4849242" y="2028534"/>
            <a:ext cx="1888582" cy="2032432"/>
            <a:chOff x="3576494" y="1916956"/>
            <a:chExt cx="1888582" cy="20324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831E61E-88E4-4C82-8C2B-81318AF9645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718726" y="2286073"/>
              <a:ext cx="0" cy="1194061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B7C92D0-8693-4191-BA39-5F422CDE64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2372" y="1986655"/>
              <a:ext cx="0" cy="897115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25C73DB-EF20-430F-ABEE-F56A945986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7767" y="2882555"/>
              <a:ext cx="431547" cy="864613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c 30">
              <a:extLst>
                <a:ext uri="{FF2B5EF4-FFF2-40B4-BE49-F238E27FC236}">
                  <a16:creationId xmlns:a16="http://schemas.microsoft.com/office/drawing/2014/main" id="{91FD59D2-58AD-43F7-A262-3612E0BF4736}"/>
                </a:ext>
              </a:extLst>
            </p:cNvPr>
            <p:cNvSpPr/>
            <p:nvPr/>
          </p:nvSpPr>
          <p:spPr>
            <a:xfrm rot="10112683">
              <a:off x="4042768" y="2993837"/>
              <a:ext cx="206727" cy="58950"/>
            </a:xfrm>
            <a:custGeom>
              <a:avLst/>
              <a:gdLst>
                <a:gd name="connsiteX0" fmla="*/ 10236 w 914400"/>
                <a:gd name="connsiteY0" fmla="*/ 553405 h 914400"/>
                <a:gd name="connsiteX1" fmla="*/ 175103 w 914400"/>
                <a:gd name="connsiteY1" fmla="*/ 97404 h 914400"/>
                <a:gd name="connsiteX2" fmla="*/ 657271 w 914400"/>
                <a:gd name="connsiteY2" fmla="*/ 46100 h 914400"/>
                <a:gd name="connsiteX3" fmla="*/ 914400 w 914400"/>
                <a:gd name="connsiteY3" fmla="*/ 457200 h 914400"/>
                <a:gd name="connsiteX4" fmla="*/ 457200 w 914400"/>
                <a:gd name="connsiteY4" fmla="*/ 457200 h 914400"/>
                <a:gd name="connsiteX5" fmla="*/ 10236 w 914400"/>
                <a:gd name="connsiteY5" fmla="*/ 553405 h 914400"/>
                <a:gd name="connsiteX0" fmla="*/ 10236 w 914400"/>
                <a:gd name="connsiteY0" fmla="*/ 553405 h 914400"/>
                <a:gd name="connsiteX1" fmla="*/ 175103 w 914400"/>
                <a:gd name="connsiteY1" fmla="*/ 97404 h 914400"/>
                <a:gd name="connsiteX2" fmla="*/ 657271 w 914400"/>
                <a:gd name="connsiteY2" fmla="*/ 46100 h 914400"/>
                <a:gd name="connsiteX3" fmla="*/ 914400 w 914400"/>
                <a:gd name="connsiteY3" fmla="*/ 457200 h 914400"/>
                <a:gd name="connsiteX0" fmla="*/ 10252 w 2209816"/>
                <a:gd name="connsiteY0" fmla="*/ 805885 h 805885"/>
                <a:gd name="connsiteX1" fmla="*/ 175119 w 2209816"/>
                <a:gd name="connsiteY1" fmla="*/ 349884 h 805885"/>
                <a:gd name="connsiteX2" fmla="*/ 657287 w 2209816"/>
                <a:gd name="connsiteY2" fmla="*/ 298580 h 805885"/>
                <a:gd name="connsiteX3" fmla="*/ 914416 w 2209816"/>
                <a:gd name="connsiteY3" fmla="*/ 709680 h 805885"/>
                <a:gd name="connsiteX4" fmla="*/ 457216 w 2209816"/>
                <a:gd name="connsiteY4" fmla="*/ 709680 h 805885"/>
                <a:gd name="connsiteX5" fmla="*/ 10252 w 2209816"/>
                <a:gd name="connsiteY5" fmla="*/ 805885 h 805885"/>
                <a:gd name="connsiteX0" fmla="*/ 10252 w 2209816"/>
                <a:gd name="connsiteY0" fmla="*/ 805885 h 805885"/>
                <a:gd name="connsiteX1" fmla="*/ 175119 w 2209816"/>
                <a:gd name="connsiteY1" fmla="*/ 349884 h 805885"/>
                <a:gd name="connsiteX2" fmla="*/ 657287 w 2209816"/>
                <a:gd name="connsiteY2" fmla="*/ 298580 h 805885"/>
                <a:gd name="connsiteX3" fmla="*/ 2209816 w 2209816"/>
                <a:gd name="connsiteY3" fmla="*/ 36580 h 805885"/>
                <a:gd name="connsiteX0" fmla="*/ 10252 w 914416"/>
                <a:gd name="connsiteY0" fmla="*/ 553409 h 553409"/>
                <a:gd name="connsiteX1" fmla="*/ 175119 w 914416"/>
                <a:gd name="connsiteY1" fmla="*/ 97408 h 553409"/>
                <a:gd name="connsiteX2" fmla="*/ 657287 w 914416"/>
                <a:gd name="connsiteY2" fmla="*/ 46104 h 553409"/>
                <a:gd name="connsiteX3" fmla="*/ 914416 w 914416"/>
                <a:gd name="connsiteY3" fmla="*/ 457204 h 553409"/>
                <a:gd name="connsiteX4" fmla="*/ 457216 w 914416"/>
                <a:gd name="connsiteY4" fmla="*/ 457204 h 553409"/>
                <a:gd name="connsiteX5" fmla="*/ 10252 w 914416"/>
                <a:gd name="connsiteY5" fmla="*/ 553409 h 553409"/>
                <a:gd name="connsiteX0" fmla="*/ 10252 w 914416"/>
                <a:gd name="connsiteY0" fmla="*/ 553409 h 553409"/>
                <a:gd name="connsiteX1" fmla="*/ 175119 w 914416"/>
                <a:gd name="connsiteY1" fmla="*/ 97408 h 553409"/>
                <a:gd name="connsiteX2" fmla="*/ 657287 w 914416"/>
                <a:gd name="connsiteY2" fmla="*/ 46104 h 553409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21285 w 2359585"/>
                <a:gd name="connsiteY2" fmla="*/ 722600 h 1229905"/>
                <a:gd name="connsiteX3" fmla="*/ 978414 w 2359585"/>
                <a:gd name="connsiteY3" fmla="*/ 1133700 h 1229905"/>
                <a:gd name="connsiteX4" fmla="*/ 521214 w 2359585"/>
                <a:gd name="connsiteY4" fmla="*/ 1133700 h 1229905"/>
                <a:gd name="connsiteX5" fmla="*/ 74250 w 2359585"/>
                <a:gd name="connsiteY5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21285 w 2359585"/>
                <a:gd name="connsiteY2" fmla="*/ 722600 h 1229905"/>
                <a:gd name="connsiteX3" fmla="*/ 521214 w 2359585"/>
                <a:gd name="connsiteY3" fmla="*/ 1133700 h 1229905"/>
                <a:gd name="connsiteX4" fmla="*/ 74250 w 2359585"/>
                <a:gd name="connsiteY4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521214 w 2359585"/>
                <a:gd name="connsiteY2" fmla="*/ 1133700 h 1229905"/>
                <a:gd name="connsiteX3" fmla="*/ 74250 w 2359585"/>
                <a:gd name="connsiteY3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4250 w 2359585"/>
                <a:gd name="connsiteY2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6544 w 2291879"/>
                <a:gd name="connsiteY0" fmla="*/ 1269056 h 1269056"/>
                <a:gd name="connsiteX1" fmla="*/ 171411 w 2291879"/>
                <a:gd name="connsiteY1" fmla="*/ 813055 h 1269056"/>
                <a:gd name="connsiteX2" fmla="*/ 6544 w 2291879"/>
                <a:gd name="connsiteY2" fmla="*/ 1269056 h 1269056"/>
                <a:gd name="connsiteX0" fmla="*/ 6544 w 2291879"/>
                <a:gd name="connsiteY0" fmla="*/ 1269056 h 1269056"/>
                <a:gd name="connsiteX1" fmla="*/ 1009611 w 2291879"/>
                <a:gd name="connsiteY1" fmla="*/ 178055 h 1269056"/>
                <a:gd name="connsiteX2" fmla="*/ 2291879 w 2291879"/>
                <a:gd name="connsiteY2" fmla="*/ 45471 h 1269056"/>
                <a:gd name="connsiteX0" fmla="*/ 24299 w 2309634"/>
                <a:gd name="connsiteY0" fmla="*/ 1269386 h 1277006"/>
                <a:gd name="connsiteX1" fmla="*/ 189166 w 2309634"/>
                <a:gd name="connsiteY1" fmla="*/ 813385 h 1277006"/>
                <a:gd name="connsiteX2" fmla="*/ 24299 w 2309634"/>
                <a:gd name="connsiteY2" fmla="*/ 1269386 h 1277006"/>
                <a:gd name="connsiteX0" fmla="*/ 1439 w 2309634"/>
                <a:gd name="connsiteY0" fmla="*/ 1277006 h 1277006"/>
                <a:gd name="connsiteX1" fmla="*/ 1027366 w 2309634"/>
                <a:gd name="connsiteY1" fmla="*/ 178385 h 1277006"/>
                <a:gd name="connsiteX2" fmla="*/ 2309634 w 2309634"/>
                <a:gd name="connsiteY2" fmla="*/ 45801 h 1277006"/>
                <a:gd name="connsiteX0" fmla="*/ 54729 w 2340064"/>
                <a:gd name="connsiteY0" fmla="*/ 1269717 h 1284957"/>
                <a:gd name="connsiteX1" fmla="*/ 219596 w 2340064"/>
                <a:gd name="connsiteY1" fmla="*/ 813716 h 1284957"/>
                <a:gd name="connsiteX2" fmla="*/ 54729 w 2340064"/>
                <a:gd name="connsiteY2" fmla="*/ 1269717 h 1284957"/>
                <a:gd name="connsiteX0" fmla="*/ 1389 w 2340064"/>
                <a:gd name="connsiteY0" fmla="*/ 1284957 h 1284957"/>
                <a:gd name="connsiteX1" fmla="*/ 1057796 w 2340064"/>
                <a:gd name="connsiteY1" fmla="*/ 178716 h 1284957"/>
                <a:gd name="connsiteX2" fmla="*/ 2340064 w 2340064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73375 h 1288615"/>
                <a:gd name="connsiteX1" fmla="*/ 218207 w 2338675"/>
                <a:gd name="connsiteY1" fmla="*/ 817374 h 1288615"/>
                <a:gd name="connsiteX2" fmla="*/ 53340 w 2338675"/>
                <a:gd name="connsiteY2" fmla="*/ 1273375 h 1288615"/>
                <a:gd name="connsiteX0" fmla="*/ 0 w 2338675"/>
                <a:gd name="connsiteY0" fmla="*/ 1288615 h 1288615"/>
                <a:gd name="connsiteX1" fmla="*/ 1196107 w 2338675"/>
                <a:gd name="connsiteY1" fmla="*/ 144274 h 1288615"/>
                <a:gd name="connsiteX2" fmla="*/ 2338675 w 2338675"/>
                <a:gd name="connsiteY2" fmla="*/ 49790 h 1288615"/>
                <a:gd name="connsiteX0" fmla="*/ 53340 w 1196107"/>
                <a:gd name="connsiteY0" fmla="*/ 1129101 h 1144341"/>
                <a:gd name="connsiteX1" fmla="*/ 218207 w 1196107"/>
                <a:gd name="connsiteY1" fmla="*/ 673100 h 1144341"/>
                <a:gd name="connsiteX2" fmla="*/ 53340 w 1196107"/>
                <a:gd name="connsiteY2" fmla="*/ 1129101 h 1144341"/>
                <a:gd name="connsiteX0" fmla="*/ 0 w 1196107"/>
                <a:gd name="connsiteY0" fmla="*/ 1144341 h 1144341"/>
                <a:gd name="connsiteX1" fmla="*/ 1196107 w 1196107"/>
                <a:gd name="connsiteY1" fmla="*/ 0 h 1144341"/>
                <a:gd name="connsiteX0" fmla="*/ 53340 w 1390842"/>
                <a:gd name="connsiteY0" fmla="*/ 1113627 h 1128867"/>
                <a:gd name="connsiteX1" fmla="*/ 218207 w 1390842"/>
                <a:gd name="connsiteY1" fmla="*/ 657626 h 1128867"/>
                <a:gd name="connsiteX2" fmla="*/ 53340 w 1390842"/>
                <a:gd name="connsiteY2" fmla="*/ 1113627 h 1128867"/>
                <a:gd name="connsiteX0" fmla="*/ 0 w 1390842"/>
                <a:gd name="connsiteY0" fmla="*/ 1128867 h 1128867"/>
                <a:gd name="connsiteX1" fmla="*/ 1390842 w 1390842"/>
                <a:gd name="connsiteY1" fmla="*/ 0 h 1128867"/>
                <a:gd name="connsiteX0" fmla="*/ 53340 w 1376237"/>
                <a:gd name="connsiteY0" fmla="*/ 1107825 h 1123065"/>
                <a:gd name="connsiteX1" fmla="*/ 218207 w 1376237"/>
                <a:gd name="connsiteY1" fmla="*/ 651824 h 1123065"/>
                <a:gd name="connsiteX2" fmla="*/ 53340 w 1376237"/>
                <a:gd name="connsiteY2" fmla="*/ 1107825 h 1123065"/>
                <a:gd name="connsiteX0" fmla="*/ 0 w 1376237"/>
                <a:gd name="connsiteY0" fmla="*/ 1123065 h 1123065"/>
                <a:gd name="connsiteX1" fmla="*/ 1376237 w 1376237"/>
                <a:gd name="connsiteY1" fmla="*/ 0 h 1123065"/>
                <a:gd name="connsiteX0" fmla="*/ 53340 w 1376237"/>
                <a:gd name="connsiteY0" fmla="*/ 1109136 h 1124376"/>
                <a:gd name="connsiteX1" fmla="*/ 218207 w 1376237"/>
                <a:gd name="connsiteY1" fmla="*/ 653135 h 1124376"/>
                <a:gd name="connsiteX2" fmla="*/ 53340 w 1376237"/>
                <a:gd name="connsiteY2" fmla="*/ 1109136 h 1124376"/>
                <a:gd name="connsiteX0" fmla="*/ 0 w 1376237"/>
                <a:gd name="connsiteY0" fmla="*/ 1124376 h 1124376"/>
                <a:gd name="connsiteX1" fmla="*/ 1376237 w 1376237"/>
                <a:gd name="connsiteY1" fmla="*/ 1311 h 1124376"/>
                <a:gd name="connsiteX0" fmla="*/ 53340 w 1376237"/>
                <a:gd name="connsiteY0" fmla="*/ 1107825 h 1123065"/>
                <a:gd name="connsiteX1" fmla="*/ 218207 w 1376237"/>
                <a:gd name="connsiteY1" fmla="*/ 651824 h 1123065"/>
                <a:gd name="connsiteX2" fmla="*/ 53340 w 1376237"/>
                <a:gd name="connsiteY2" fmla="*/ 1107825 h 1123065"/>
                <a:gd name="connsiteX0" fmla="*/ 0 w 1376237"/>
                <a:gd name="connsiteY0" fmla="*/ 1123065 h 1123065"/>
                <a:gd name="connsiteX1" fmla="*/ 1376237 w 1376237"/>
                <a:gd name="connsiteY1" fmla="*/ 0 h 1123065"/>
                <a:gd name="connsiteX0" fmla="*/ 53340 w 826344"/>
                <a:gd name="connsiteY0" fmla="*/ 623321 h 638561"/>
                <a:gd name="connsiteX1" fmla="*/ 218207 w 826344"/>
                <a:gd name="connsiteY1" fmla="*/ 167320 h 638561"/>
                <a:gd name="connsiteX2" fmla="*/ 53340 w 826344"/>
                <a:gd name="connsiteY2" fmla="*/ 623321 h 638561"/>
                <a:gd name="connsiteX0" fmla="*/ 0 w 826344"/>
                <a:gd name="connsiteY0" fmla="*/ 638561 h 638561"/>
                <a:gd name="connsiteX1" fmla="*/ 826345 w 826344"/>
                <a:gd name="connsiteY1" fmla="*/ 2156 h 638561"/>
                <a:gd name="connsiteX0" fmla="*/ 53340 w 826344"/>
                <a:gd name="connsiteY0" fmla="*/ 623321 h 638561"/>
                <a:gd name="connsiteX1" fmla="*/ 97626 w 826344"/>
                <a:gd name="connsiteY1" fmla="*/ 239498 h 638561"/>
                <a:gd name="connsiteX2" fmla="*/ 53340 w 826344"/>
                <a:gd name="connsiteY2" fmla="*/ 623321 h 638561"/>
                <a:gd name="connsiteX0" fmla="*/ 0 w 826344"/>
                <a:gd name="connsiteY0" fmla="*/ 638561 h 638561"/>
                <a:gd name="connsiteX1" fmla="*/ 826345 w 826344"/>
                <a:gd name="connsiteY1" fmla="*/ 2156 h 638561"/>
                <a:gd name="connsiteX0" fmla="*/ 108076 w 881080"/>
                <a:gd name="connsiteY0" fmla="*/ 621164 h 636404"/>
                <a:gd name="connsiteX1" fmla="*/ 152362 w 881080"/>
                <a:gd name="connsiteY1" fmla="*/ 237341 h 636404"/>
                <a:gd name="connsiteX2" fmla="*/ 108076 w 881080"/>
                <a:gd name="connsiteY2" fmla="*/ 621164 h 636404"/>
                <a:gd name="connsiteX0" fmla="*/ 54736 w 881080"/>
                <a:gd name="connsiteY0" fmla="*/ 636404 h 636404"/>
                <a:gd name="connsiteX1" fmla="*/ 881081 w 881080"/>
                <a:gd name="connsiteY1" fmla="*/ -1 h 636404"/>
                <a:gd name="connsiteX0" fmla="*/ 108080 w 881084"/>
                <a:gd name="connsiteY0" fmla="*/ 621164 h 636404"/>
                <a:gd name="connsiteX1" fmla="*/ 284771 w 881084"/>
                <a:gd name="connsiteY1" fmla="*/ 506776 h 636404"/>
                <a:gd name="connsiteX2" fmla="*/ 108080 w 881084"/>
                <a:gd name="connsiteY2" fmla="*/ 621164 h 636404"/>
                <a:gd name="connsiteX0" fmla="*/ 54740 w 881084"/>
                <a:gd name="connsiteY0" fmla="*/ 636404 h 636404"/>
                <a:gd name="connsiteX1" fmla="*/ 881085 w 881084"/>
                <a:gd name="connsiteY1" fmla="*/ -1 h 636404"/>
                <a:gd name="connsiteX0" fmla="*/ 118541 w 891545"/>
                <a:gd name="connsiteY0" fmla="*/ 621164 h 721833"/>
                <a:gd name="connsiteX1" fmla="*/ 295232 w 891545"/>
                <a:gd name="connsiteY1" fmla="*/ 506776 h 721833"/>
                <a:gd name="connsiteX2" fmla="*/ 118541 w 891545"/>
                <a:gd name="connsiteY2" fmla="*/ 621164 h 721833"/>
                <a:gd name="connsiteX0" fmla="*/ 54011 w 891545"/>
                <a:gd name="connsiteY0" fmla="*/ 721832 h 721833"/>
                <a:gd name="connsiteX1" fmla="*/ 891546 w 891545"/>
                <a:gd name="connsiteY1" fmla="*/ -1 h 721833"/>
                <a:gd name="connsiteX0" fmla="*/ 121424 w 894428"/>
                <a:gd name="connsiteY0" fmla="*/ 661059 h 761728"/>
                <a:gd name="connsiteX1" fmla="*/ 298115 w 894428"/>
                <a:gd name="connsiteY1" fmla="*/ 546671 h 761728"/>
                <a:gd name="connsiteX2" fmla="*/ 121424 w 894428"/>
                <a:gd name="connsiteY2" fmla="*/ 661059 h 761728"/>
                <a:gd name="connsiteX0" fmla="*/ 56894 w 894428"/>
                <a:gd name="connsiteY0" fmla="*/ 761727 h 761728"/>
                <a:gd name="connsiteX1" fmla="*/ 894429 w 894428"/>
                <a:gd name="connsiteY1" fmla="*/ 39894 h 761728"/>
                <a:gd name="connsiteX0" fmla="*/ 149600 w 922604"/>
                <a:gd name="connsiteY0" fmla="*/ 660232 h 760901"/>
                <a:gd name="connsiteX1" fmla="*/ 326291 w 922604"/>
                <a:gd name="connsiteY1" fmla="*/ 545844 h 760901"/>
                <a:gd name="connsiteX2" fmla="*/ 149600 w 922604"/>
                <a:gd name="connsiteY2" fmla="*/ 660232 h 760901"/>
                <a:gd name="connsiteX0" fmla="*/ 85070 w 922604"/>
                <a:gd name="connsiteY0" fmla="*/ 760900 h 760901"/>
                <a:gd name="connsiteX1" fmla="*/ 922605 w 922604"/>
                <a:gd name="connsiteY1" fmla="*/ 39067 h 760901"/>
                <a:gd name="connsiteX0" fmla="*/ 132107 w 1148767"/>
                <a:gd name="connsiteY0" fmla="*/ 386123 h 486792"/>
                <a:gd name="connsiteX1" fmla="*/ 308798 w 1148767"/>
                <a:gd name="connsiteY1" fmla="*/ 271735 h 486792"/>
                <a:gd name="connsiteX2" fmla="*/ 132107 w 1148767"/>
                <a:gd name="connsiteY2" fmla="*/ 386123 h 486792"/>
                <a:gd name="connsiteX0" fmla="*/ 67577 w 1148767"/>
                <a:gd name="connsiteY0" fmla="*/ 486791 h 486792"/>
                <a:gd name="connsiteX1" fmla="*/ 1148769 w 1148767"/>
                <a:gd name="connsiteY1" fmla="*/ 74160 h 486792"/>
                <a:gd name="connsiteX0" fmla="*/ 129161 w 1145821"/>
                <a:gd name="connsiteY0" fmla="*/ 589620 h 690289"/>
                <a:gd name="connsiteX1" fmla="*/ 305852 w 1145821"/>
                <a:gd name="connsiteY1" fmla="*/ 475232 h 690289"/>
                <a:gd name="connsiteX2" fmla="*/ 129161 w 1145821"/>
                <a:gd name="connsiteY2" fmla="*/ 589620 h 690289"/>
                <a:gd name="connsiteX0" fmla="*/ 64631 w 1145821"/>
                <a:gd name="connsiteY0" fmla="*/ 690288 h 690289"/>
                <a:gd name="connsiteX1" fmla="*/ 1145823 w 1145821"/>
                <a:gd name="connsiteY1" fmla="*/ 277657 h 690289"/>
                <a:gd name="connsiteX0" fmla="*/ 141885 w 956598"/>
                <a:gd name="connsiteY0" fmla="*/ 533788 h 634457"/>
                <a:gd name="connsiteX1" fmla="*/ 318576 w 956598"/>
                <a:gd name="connsiteY1" fmla="*/ 419400 h 634457"/>
                <a:gd name="connsiteX2" fmla="*/ 141885 w 956598"/>
                <a:gd name="connsiteY2" fmla="*/ 533788 h 634457"/>
                <a:gd name="connsiteX0" fmla="*/ 77355 w 956598"/>
                <a:gd name="connsiteY0" fmla="*/ 634456 h 634457"/>
                <a:gd name="connsiteX1" fmla="*/ 956600 w 956598"/>
                <a:gd name="connsiteY1" fmla="*/ 295889 h 634457"/>
                <a:gd name="connsiteX0" fmla="*/ 154345 w 969058"/>
                <a:gd name="connsiteY0" fmla="*/ 494396 h 595065"/>
                <a:gd name="connsiteX1" fmla="*/ 331036 w 969058"/>
                <a:gd name="connsiteY1" fmla="*/ 380008 h 595065"/>
                <a:gd name="connsiteX2" fmla="*/ 154345 w 969058"/>
                <a:gd name="connsiteY2" fmla="*/ 494396 h 595065"/>
                <a:gd name="connsiteX0" fmla="*/ 89815 w 969058"/>
                <a:gd name="connsiteY0" fmla="*/ 595064 h 595065"/>
                <a:gd name="connsiteX1" fmla="*/ 969060 w 969058"/>
                <a:gd name="connsiteY1" fmla="*/ 256497 h 595065"/>
                <a:gd name="connsiteX0" fmla="*/ 153099 w 967812"/>
                <a:gd name="connsiteY0" fmla="*/ 608548 h 709217"/>
                <a:gd name="connsiteX1" fmla="*/ 329790 w 967812"/>
                <a:gd name="connsiteY1" fmla="*/ 494160 h 709217"/>
                <a:gd name="connsiteX2" fmla="*/ 153099 w 967812"/>
                <a:gd name="connsiteY2" fmla="*/ 608548 h 709217"/>
                <a:gd name="connsiteX0" fmla="*/ 88569 w 967812"/>
                <a:gd name="connsiteY0" fmla="*/ 709216 h 709217"/>
                <a:gd name="connsiteX1" fmla="*/ 967814 w 967812"/>
                <a:gd name="connsiteY1" fmla="*/ 370649 h 709217"/>
                <a:gd name="connsiteX0" fmla="*/ 178253 w 992966"/>
                <a:gd name="connsiteY0" fmla="*/ 589456 h 690125"/>
                <a:gd name="connsiteX1" fmla="*/ 354944 w 992966"/>
                <a:gd name="connsiteY1" fmla="*/ 475068 h 690125"/>
                <a:gd name="connsiteX2" fmla="*/ 178253 w 992966"/>
                <a:gd name="connsiteY2" fmla="*/ 589456 h 690125"/>
                <a:gd name="connsiteX0" fmla="*/ 113723 w 992966"/>
                <a:gd name="connsiteY0" fmla="*/ 690124 h 690125"/>
                <a:gd name="connsiteX1" fmla="*/ 992968 w 992966"/>
                <a:gd name="connsiteY1" fmla="*/ 351557 h 690125"/>
                <a:gd name="connsiteX0" fmla="*/ 174774 w 989487"/>
                <a:gd name="connsiteY0" fmla="*/ 640484 h 741153"/>
                <a:gd name="connsiteX1" fmla="*/ 351465 w 989487"/>
                <a:gd name="connsiteY1" fmla="*/ 526096 h 741153"/>
                <a:gd name="connsiteX2" fmla="*/ 174774 w 989487"/>
                <a:gd name="connsiteY2" fmla="*/ 640484 h 741153"/>
                <a:gd name="connsiteX0" fmla="*/ 110244 w 989487"/>
                <a:gd name="connsiteY0" fmla="*/ 741152 h 741153"/>
                <a:gd name="connsiteX1" fmla="*/ 989489 w 989487"/>
                <a:gd name="connsiteY1" fmla="*/ 402585 h 741153"/>
                <a:gd name="connsiteX0" fmla="*/ 299558 w 1114271"/>
                <a:gd name="connsiteY0" fmla="*/ 635213 h 756403"/>
                <a:gd name="connsiteX1" fmla="*/ 476249 w 1114271"/>
                <a:gd name="connsiteY1" fmla="*/ 520825 h 756403"/>
                <a:gd name="connsiteX2" fmla="*/ 299558 w 1114271"/>
                <a:gd name="connsiteY2" fmla="*/ 635213 h 756403"/>
                <a:gd name="connsiteX0" fmla="*/ 93277 w 1114271"/>
                <a:gd name="connsiteY0" fmla="*/ 756404 h 756403"/>
                <a:gd name="connsiteX1" fmla="*/ 1114273 w 1114271"/>
                <a:gd name="connsiteY1" fmla="*/ 397314 h 756403"/>
                <a:gd name="connsiteX0" fmla="*/ 188895 w 1003608"/>
                <a:gd name="connsiteY0" fmla="*/ 592860 h 898809"/>
                <a:gd name="connsiteX1" fmla="*/ 365586 w 1003608"/>
                <a:gd name="connsiteY1" fmla="*/ 478472 h 898809"/>
                <a:gd name="connsiteX2" fmla="*/ 188895 w 1003608"/>
                <a:gd name="connsiteY2" fmla="*/ 592860 h 898809"/>
                <a:gd name="connsiteX0" fmla="*/ 108020 w 1003608"/>
                <a:gd name="connsiteY0" fmla="*/ 898810 h 898809"/>
                <a:gd name="connsiteX1" fmla="*/ 1003610 w 1003608"/>
                <a:gd name="connsiteY1" fmla="*/ 354961 h 898809"/>
                <a:gd name="connsiteX0" fmla="*/ 299103 w 1113816"/>
                <a:gd name="connsiteY0" fmla="*/ 604227 h 910176"/>
                <a:gd name="connsiteX1" fmla="*/ 475794 w 1113816"/>
                <a:gd name="connsiteY1" fmla="*/ 489839 h 910176"/>
                <a:gd name="connsiteX2" fmla="*/ 299103 w 1113816"/>
                <a:gd name="connsiteY2" fmla="*/ 604227 h 910176"/>
                <a:gd name="connsiteX0" fmla="*/ 218228 w 1113816"/>
                <a:gd name="connsiteY0" fmla="*/ 910177 h 910176"/>
                <a:gd name="connsiteX1" fmla="*/ 1113818 w 1113816"/>
                <a:gd name="connsiteY1" fmla="*/ 366328 h 910176"/>
                <a:gd name="connsiteX0" fmla="*/ 310620 w 1060312"/>
                <a:gd name="connsiteY0" fmla="*/ 643289 h 949238"/>
                <a:gd name="connsiteX1" fmla="*/ 487311 w 1060312"/>
                <a:gd name="connsiteY1" fmla="*/ 528901 h 949238"/>
                <a:gd name="connsiteX2" fmla="*/ 310620 w 1060312"/>
                <a:gd name="connsiteY2" fmla="*/ 643289 h 949238"/>
                <a:gd name="connsiteX0" fmla="*/ 229745 w 1060312"/>
                <a:gd name="connsiteY0" fmla="*/ 949239 h 949238"/>
                <a:gd name="connsiteX1" fmla="*/ 1060311 w 1060312"/>
                <a:gd name="connsiteY1" fmla="*/ 355815 h 949238"/>
                <a:gd name="connsiteX0" fmla="*/ 310390 w 1061333"/>
                <a:gd name="connsiteY0" fmla="*/ 585996 h 891945"/>
                <a:gd name="connsiteX1" fmla="*/ 487081 w 1061333"/>
                <a:gd name="connsiteY1" fmla="*/ 471608 h 891945"/>
                <a:gd name="connsiteX2" fmla="*/ 310390 w 1061333"/>
                <a:gd name="connsiteY2" fmla="*/ 585996 h 891945"/>
                <a:gd name="connsiteX0" fmla="*/ 229515 w 1061333"/>
                <a:gd name="connsiteY0" fmla="*/ 891946 h 891945"/>
                <a:gd name="connsiteX1" fmla="*/ 1061333 w 1061333"/>
                <a:gd name="connsiteY1" fmla="*/ 371487 h 891945"/>
                <a:gd name="connsiteX0" fmla="*/ 288353 w 1039296"/>
                <a:gd name="connsiteY0" fmla="*/ 590611 h 876112"/>
                <a:gd name="connsiteX1" fmla="*/ 465044 w 1039296"/>
                <a:gd name="connsiteY1" fmla="*/ 476223 h 876112"/>
                <a:gd name="connsiteX2" fmla="*/ 288353 w 1039296"/>
                <a:gd name="connsiteY2" fmla="*/ 590611 h 876112"/>
                <a:gd name="connsiteX0" fmla="*/ 234632 w 1039296"/>
                <a:gd name="connsiteY0" fmla="*/ 876110 h 876112"/>
                <a:gd name="connsiteX1" fmla="*/ 1039296 w 1039296"/>
                <a:gd name="connsiteY1" fmla="*/ 376102 h 876112"/>
                <a:gd name="connsiteX0" fmla="*/ 136389 w 887332"/>
                <a:gd name="connsiteY0" fmla="*/ 569034 h 854535"/>
                <a:gd name="connsiteX1" fmla="*/ 313080 w 887332"/>
                <a:gd name="connsiteY1" fmla="*/ 454646 h 854535"/>
                <a:gd name="connsiteX2" fmla="*/ 136389 w 887332"/>
                <a:gd name="connsiteY2" fmla="*/ 569034 h 854535"/>
                <a:gd name="connsiteX0" fmla="*/ 82668 w 887332"/>
                <a:gd name="connsiteY0" fmla="*/ 854533 h 854535"/>
                <a:gd name="connsiteX1" fmla="*/ 887332 w 887332"/>
                <a:gd name="connsiteY1" fmla="*/ 354525 h 854535"/>
                <a:gd name="connsiteX0" fmla="*/ 123992 w 874935"/>
                <a:gd name="connsiteY0" fmla="*/ 561896 h 847397"/>
                <a:gd name="connsiteX1" fmla="*/ 300683 w 874935"/>
                <a:gd name="connsiteY1" fmla="*/ 447508 h 847397"/>
                <a:gd name="connsiteX2" fmla="*/ 123992 w 874935"/>
                <a:gd name="connsiteY2" fmla="*/ 561896 h 847397"/>
                <a:gd name="connsiteX0" fmla="*/ 70271 w 874935"/>
                <a:gd name="connsiteY0" fmla="*/ 847395 h 847397"/>
                <a:gd name="connsiteX1" fmla="*/ 874935 w 874935"/>
                <a:gd name="connsiteY1" fmla="*/ 347387 h 847397"/>
                <a:gd name="connsiteX0" fmla="*/ 104161 w 855104"/>
                <a:gd name="connsiteY0" fmla="*/ 610846 h 896347"/>
                <a:gd name="connsiteX1" fmla="*/ 280852 w 855104"/>
                <a:gd name="connsiteY1" fmla="*/ 496458 h 896347"/>
                <a:gd name="connsiteX2" fmla="*/ 104161 w 855104"/>
                <a:gd name="connsiteY2" fmla="*/ 610846 h 896347"/>
                <a:gd name="connsiteX0" fmla="*/ 50440 w 855104"/>
                <a:gd name="connsiteY0" fmla="*/ 896345 h 896347"/>
                <a:gd name="connsiteX1" fmla="*/ 855104 w 855104"/>
                <a:gd name="connsiteY1" fmla="*/ 396337 h 896347"/>
                <a:gd name="connsiteX0" fmla="*/ 53721 w 804664"/>
                <a:gd name="connsiteY0" fmla="*/ 574243 h 859744"/>
                <a:gd name="connsiteX1" fmla="*/ 230412 w 804664"/>
                <a:gd name="connsiteY1" fmla="*/ 459855 h 859744"/>
                <a:gd name="connsiteX2" fmla="*/ 53721 w 804664"/>
                <a:gd name="connsiteY2" fmla="*/ 574243 h 859744"/>
                <a:gd name="connsiteX0" fmla="*/ 0 w 804664"/>
                <a:gd name="connsiteY0" fmla="*/ 859742 h 859744"/>
                <a:gd name="connsiteX1" fmla="*/ 804664 w 804664"/>
                <a:gd name="connsiteY1" fmla="*/ 359734 h 859744"/>
                <a:gd name="connsiteX0" fmla="*/ 6090 w 757033"/>
                <a:gd name="connsiteY0" fmla="*/ 611288 h 737354"/>
                <a:gd name="connsiteX1" fmla="*/ 182781 w 757033"/>
                <a:gd name="connsiteY1" fmla="*/ 496900 h 737354"/>
                <a:gd name="connsiteX2" fmla="*/ 6090 w 757033"/>
                <a:gd name="connsiteY2" fmla="*/ 611288 h 737354"/>
                <a:gd name="connsiteX0" fmla="*/ 92338 w 757033"/>
                <a:gd name="connsiteY0" fmla="*/ 737354 h 737354"/>
                <a:gd name="connsiteX1" fmla="*/ 757033 w 757033"/>
                <a:gd name="connsiteY1" fmla="*/ 396779 h 737354"/>
                <a:gd name="connsiteX0" fmla="*/ 6090 w 757033"/>
                <a:gd name="connsiteY0" fmla="*/ 599621 h 725687"/>
                <a:gd name="connsiteX1" fmla="*/ 182781 w 757033"/>
                <a:gd name="connsiteY1" fmla="*/ 485233 h 725687"/>
                <a:gd name="connsiteX2" fmla="*/ 6090 w 757033"/>
                <a:gd name="connsiteY2" fmla="*/ 599621 h 725687"/>
                <a:gd name="connsiteX0" fmla="*/ 92338 w 757033"/>
                <a:gd name="connsiteY0" fmla="*/ 725687 h 725687"/>
                <a:gd name="connsiteX1" fmla="*/ 757033 w 757033"/>
                <a:gd name="connsiteY1" fmla="*/ 385112 h 725687"/>
                <a:gd name="connsiteX0" fmla="*/ 6090 w 757033"/>
                <a:gd name="connsiteY0" fmla="*/ 637769 h 763835"/>
                <a:gd name="connsiteX1" fmla="*/ 182781 w 757033"/>
                <a:gd name="connsiteY1" fmla="*/ 523381 h 763835"/>
                <a:gd name="connsiteX2" fmla="*/ 6090 w 757033"/>
                <a:gd name="connsiteY2" fmla="*/ 637769 h 763835"/>
                <a:gd name="connsiteX0" fmla="*/ 92338 w 757033"/>
                <a:gd name="connsiteY0" fmla="*/ 763835 h 763835"/>
                <a:gd name="connsiteX1" fmla="*/ 757033 w 757033"/>
                <a:gd name="connsiteY1" fmla="*/ 423260 h 763835"/>
                <a:gd name="connsiteX0" fmla="*/ 6090 w 757033"/>
                <a:gd name="connsiteY0" fmla="*/ 690193 h 690191"/>
                <a:gd name="connsiteX1" fmla="*/ 182781 w 757033"/>
                <a:gd name="connsiteY1" fmla="*/ 575805 h 690191"/>
                <a:gd name="connsiteX2" fmla="*/ 6090 w 757033"/>
                <a:gd name="connsiteY2" fmla="*/ 690193 h 690191"/>
                <a:gd name="connsiteX0" fmla="*/ 85308 w 757033"/>
                <a:gd name="connsiteY0" fmla="*/ 622768 h 690191"/>
                <a:gd name="connsiteX1" fmla="*/ 757033 w 757033"/>
                <a:gd name="connsiteY1" fmla="*/ 475684 h 690191"/>
                <a:gd name="connsiteX0" fmla="*/ 6090 w 757033"/>
                <a:gd name="connsiteY0" fmla="*/ 690193 h 690191"/>
                <a:gd name="connsiteX1" fmla="*/ 182781 w 757033"/>
                <a:gd name="connsiteY1" fmla="*/ 575805 h 690191"/>
                <a:gd name="connsiteX2" fmla="*/ 6090 w 757033"/>
                <a:gd name="connsiteY2" fmla="*/ 690193 h 690191"/>
                <a:gd name="connsiteX0" fmla="*/ 85308 w 757033"/>
                <a:gd name="connsiteY0" fmla="*/ 622768 h 690191"/>
                <a:gd name="connsiteX1" fmla="*/ 757033 w 757033"/>
                <a:gd name="connsiteY1" fmla="*/ 475684 h 690191"/>
                <a:gd name="connsiteX0" fmla="*/ 33573 w 784516"/>
                <a:gd name="connsiteY0" fmla="*/ 669260 h 674255"/>
                <a:gd name="connsiteX1" fmla="*/ 210264 w 784516"/>
                <a:gd name="connsiteY1" fmla="*/ 554872 h 674255"/>
                <a:gd name="connsiteX2" fmla="*/ 33573 w 784516"/>
                <a:gd name="connsiteY2" fmla="*/ 669260 h 674255"/>
                <a:gd name="connsiteX0" fmla="*/ 47494 w 784516"/>
                <a:gd name="connsiteY0" fmla="*/ 674254 h 674255"/>
                <a:gd name="connsiteX1" fmla="*/ 784516 w 784516"/>
                <a:gd name="connsiteY1" fmla="*/ 454751 h 674255"/>
                <a:gd name="connsiteX0" fmla="*/ 6090 w 757033"/>
                <a:gd name="connsiteY0" fmla="*/ 668660 h 675818"/>
                <a:gd name="connsiteX1" fmla="*/ 182781 w 757033"/>
                <a:gd name="connsiteY1" fmla="*/ 554272 h 675818"/>
                <a:gd name="connsiteX2" fmla="*/ 6090 w 757033"/>
                <a:gd name="connsiteY2" fmla="*/ 668660 h 675818"/>
                <a:gd name="connsiteX0" fmla="*/ 93677 w 757033"/>
                <a:gd name="connsiteY0" fmla="*/ 675816 h 675818"/>
                <a:gd name="connsiteX1" fmla="*/ 757033 w 757033"/>
                <a:gd name="connsiteY1" fmla="*/ 454151 h 675818"/>
                <a:gd name="connsiteX0" fmla="*/ 6090 w 757033"/>
                <a:gd name="connsiteY0" fmla="*/ 619701 h 626859"/>
                <a:gd name="connsiteX1" fmla="*/ 182781 w 757033"/>
                <a:gd name="connsiteY1" fmla="*/ 505313 h 626859"/>
                <a:gd name="connsiteX2" fmla="*/ 6090 w 757033"/>
                <a:gd name="connsiteY2" fmla="*/ 619701 h 626859"/>
                <a:gd name="connsiteX0" fmla="*/ 93677 w 757033"/>
                <a:gd name="connsiteY0" fmla="*/ 626857 h 626859"/>
                <a:gd name="connsiteX1" fmla="*/ 757033 w 757033"/>
                <a:gd name="connsiteY1" fmla="*/ 405192 h 626859"/>
                <a:gd name="connsiteX0" fmla="*/ 6090 w 757033"/>
                <a:gd name="connsiteY0" fmla="*/ 690609 h 697767"/>
                <a:gd name="connsiteX1" fmla="*/ 182781 w 757033"/>
                <a:gd name="connsiteY1" fmla="*/ 576221 h 697767"/>
                <a:gd name="connsiteX2" fmla="*/ 6090 w 757033"/>
                <a:gd name="connsiteY2" fmla="*/ 690609 h 697767"/>
                <a:gd name="connsiteX0" fmla="*/ 93677 w 757033"/>
                <a:gd name="connsiteY0" fmla="*/ 697765 h 697767"/>
                <a:gd name="connsiteX1" fmla="*/ 757033 w 757033"/>
                <a:gd name="connsiteY1" fmla="*/ 476100 h 697767"/>
                <a:gd name="connsiteX0" fmla="*/ 6090 w 757033"/>
                <a:gd name="connsiteY0" fmla="*/ 690609 h 697767"/>
                <a:gd name="connsiteX1" fmla="*/ 182781 w 757033"/>
                <a:gd name="connsiteY1" fmla="*/ 576221 h 697767"/>
                <a:gd name="connsiteX2" fmla="*/ 6090 w 757033"/>
                <a:gd name="connsiteY2" fmla="*/ 690609 h 697767"/>
                <a:gd name="connsiteX0" fmla="*/ 93677 w 757033"/>
                <a:gd name="connsiteY0" fmla="*/ 697765 h 697767"/>
                <a:gd name="connsiteX1" fmla="*/ 757033 w 757033"/>
                <a:gd name="connsiteY1" fmla="*/ 476100 h 697767"/>
                <a:gd name="connsiteX0" fmla="*/ 6090 w 757033"/>
                <a:gd name="connsiteY0" fmla="*/ 688106 h 695264"/>
                <a:gd name="connsiteX1" fmla="*/ 182781 w 757033"/>
                <a:gd name="connsiteY1" fmla="*/ 573718 h 695264"/>
                <a:gd name="connsiteX2" fmla="*/ 6090 w 757033"/>
                <a:gd name="connsiteY2" fmla="*/ 688106 h 695264"/>
                <a:gd name="connsiteX0" fmla="*/ 93677 w 757033"/>
                <a:gd name="connsiteY0" fmla="*/ 695262 h 695264"/>
                <a:gd name="connsiteX1" fmla="*/ 757033 w 757033"/>
                <a:gd name="connsiteY1" fmla="*/ 473597 h 695264"/>
                <a:gd name="connsiteX0" fmla="*/ 6090 w 757033"/>
                <a:gd name="connsiteY0" fmla="*/ 715079 h 722237"/>
                <a:gd name="connsiteX1" fmla="*/ 182781 w 757033"/>
                <a:gd name="connsiteY1" fmla="*/ 600691 h 722237"/>
                <a:gd name="connsiteX2" fmla="*/ 6090 w 757033"/>
                <a:gd name="connsiteY2" fmla="*/ 715079 h 722237"/>
                <a:gd name="connsiteX0" fmla="*/ 93677 w 757033"/>
                <a:gd name="connsiteY0" fmla="*/ 722235 h 722237"/>
                <a:gd name="connsiteX1" fmla="*/ 757033 w 757033"/>
                <a:gd name="connsiteY1" fmla="*/ 500570 h 722237"/>
                <a:gd name="connsiteX0" fmla="*/ 6090 w 757033"/>
                <a:gd name="connsiteY0" fmla="*/ 836133 h 843291"/>
                <a:gd name="connsiteX1" fmla="*/ 182781 w 757033"/>
                <a:gd name="connsiteY1" fmla="*/ 721745 h 843291"/>
                <a:gd name="connsiteX2" fmla="*/ 6090 w 757033"/>
                <a:gd name="connsiteY2" fmla="*/ 836133 h 843291"/>
                <a:gd name="connsiteX0" fmla="*/ 93677 w 757033"/>
                <a:gd name="connsiteY0" fmla="*/ 843289 h 843291"/>
                <a:gd name="connsiteX1" fmla="*/ 757033 w 757033"/>
                <a:gd name="connsiteY1" fmla="*/ 621624 h 843291"/>
                <a:gd name="connsiteX0" fmla="*/ 6090 w 757033"/>
                <a:gd name="connsiteY0" fmla="*/ 797296 h 804454"/>
                <a:gd name="connsiteX1" fmla="*/ 182781 w 757033"/>
                <a:gd name="connsiteY1" fmla="*/ 682908 h 804454"/>
                <a:gd name="connsiteX2" fmla="*/ 6090 w 757033"/>
                <a:gd name="connsiteY2" fmla="*/ 797296 h 804454"/>
                <a:gd name="connsiteX0" fmla="*/ 93677 w 757033"/>
                <a:gd name="connsiteY0" fmla="*/ 804452 h 804454"/>
                <a:gd name="connsiteX1" fmla="*/ 757033 w 757033"/>
                <a:gd name="connsiteY1" fmla="*/ 582787 h 804454"/>
                <a:gd name="connsiteX0" fmla="*/ 6090 w 656213"/>
                <a:gd name="connsiteY0" fmla="*/ 486261 h 723664"/>
                <a:gd name="connsiteX1" fmla="*/ 182781 w 656213"/>
                <a:gd name="connsiteY1" fmla="*/ 371873 h 723664"/>
                <a:gd name="connsiteX2" fmla="*/ 6090 w 656213"/>
                <a:gd name="connsiteY2" fmla="*/ 486261 h 723664"/>
                <a:gd name="connsiteX0" fmla="*/ 93677 w 656213"/>
                <a:gd name="connsiteY0" fmla="*/ 493417 h 723664"/>
                <a:gd name="connsiteX1" fmla="*/ 656213 w 656213"/>
                <a:gd name="connsiteY1" fmla="*/ 723663 h 723664"/>
                <a:gd name="connsiteX0" fmla="*/ 6090 w 656213"/>
                <a:gd name="connsiteY0" fmla="*/ 594714 h 832117"/>
                <a:gd name="connsiteX1" fmla="*/ 182781 w 656213"/>
                <a:gd name="connsiteY1" fmla="*/ 480326 h 832117"/>
                <a:gd name="connsiteX2" fmla="*/ 6090 w 656213"/>
                <a:gd name="connsiteY2" fmla="*/ 594714 h 832117"/>
                <a:gd name="connsiteX0" fmla="*/ 93677 w 656213"/>
                <a:gd name="connsiteY0" fmla="*/ 601870 h 832117"/>
                <a:gd name="connsiteX1" fmla="*/ 656213 w 656213"/>
                <a:gd name="connsiteY1" fmla="*/ 832116 h 832117"/>
                <a:gd name="connsiteX0" fmla="*/ 6090 w 656213"/>
                <a:gd name="connsiteY0" fmla="*/ 654395 h 891798"/>
                <a:gd name="connsiteX1" fmla="*/ 182781 w 656213"/>
                <a:gd name="connsiteY1" fmla="*/ 540007 h 891798"/>
                <a:gd name="connsiteX2" fmla="*/ 6090 w 656213"/>
                <a:gd name="connsiteY2" fmla="*/ 654395 h 891798"/>
                <a:gd name="connsiteX0" fmla="*/ 93677 w 656213"/>
                <a:gd name="connsiteY0" fmla="*/ 661551 h 891798"/>
                <a:gd name="connsiteX1" fmla="*/ 656213 w 656213"/>
                <a:gd name="connsiteY1" fmla="*/ 891797 h 891798"/>
                <a:gd name="connsiteX0" fmla="*/ 6090 w 656213"/>
                <a:gd name="connsiteY0" fmla="*/ 600709 h 838112"/>
                <a:gd name="connsiteX1" fmla="*/ 182781 w 656213"/>
                <a:gd name="connsiteY1" fmla="*/ 486321 h 838112"/>
                <a:gd name="connsiteX2" fmla="*/ 6090 w 656213"/>
                <a:gd name="connsiteY2" fmla="*/ 600709 h 838112"/>
                <a:gd name="connsiteX0" fmla="*/ 93677 w 656213"/>
                <a:gd name="connsiteY0" fmla="*/ 607865 h 838112"/>
                <a:gd name="connsiteX1" fmla="*/ 656213 w 656213"/>
                <a:gd name="connsiteY1" fmla="*/ 838111 h 838112"/>
                <a:gd name="connsiteX0" fmla="*/ 6090 w 656213"/>
                <a:gd name="connsiteY0" fmla="*/ 607215 h 844618"/>
                <a:gd name="connsiteX1" fmla="*/ 182781 w 656213"/>
                <a:gd name="connsiteY1" fmla="*/ 492827 h 844618"/>
                <a:gd name="connsiteX2" fmla="*/ 6090 w 656213"/>
                <a:gd name="connsiteY2" fmla="*/ 607215 h 844618"/>
                <a:gd name="connsiteX0" fmla="*/ 93677 w 656213"/>
                <a:gd name="connsiteY0" fmla="*/ 614371 h 844618"/>
                <a:gd name="connsiteX1" fmla="*/ 656213 w 656213"/>
                <a:gd name="connsiteY1" fmla="*/ 844617 h 844618"/>
                <a:gd name="connsiteX0" fmla="*/ 6090 w 656213"/>
                <a:gd name="connsiteY0" fmla="*/ 515685 h 753088"/>
                <a:gd name="connsiteX1" fmla="*/ 182781 w 656213"/>
                <a:gd name="connsiteY1" fmla="*/ 401297 h 753088"/>
                <a:gd name="connsiteX2" fmla="*/ 6090 w 656213"/>
                <a:gd name="connsiteY2" fmla="*/ 515685 h 753088"/>
                <a:gd name="connsiteX0" fmla="*/ 93677 w 656213"/>
                <a:gd name="connsiteY0" fmla="*/ 522841 h 753088"/>
                <a:gd name="connsiteX1" fmla="*/ 656213 w 656213"/>
                <a:gd name="connsiteY1" fmla="*/ 753087 h 753088"/>
                <a:gd name="connsiteX0" fmla="*/ 6090 w 659432"/>
                <a:gd name="connsiteY0" fmla="*/ 541366 h 778769"/>
                <a:gd name="connsiteX1" fmla="*/ 182781 w 659432"/>
                <a:gd name="connsiteY1" fmla="*/ 426978 h 778769"/>
                <a:gd name="connsiteX2" fmla="*/ 6090 w 659432"/>
                <a:gd name="connsiteY2" fmla="*/ 541366 h 778769"/>
                <a:gd name="connsiteX0" fmla="*/ 93677 w 659432"/>
                <a:gd name="connsiteY0" fmla="*/ 548522 h 778769"/>
                <a:gd name="connsiteX1" fmla="*/ 656213 w 659432"/>
                <a:gd name="connsiteY1" fmla="*/ 778768 h 778769"/>
                <a:gd name="connsiteX0" fmla="*/ 6090 w 656213"/>
                <a:gd name="connsiteY0" fmla="*/ 521593 h 758996"/>
                <a:gd name="connsiteX1" fmla="*/ 182781 w 656213"/>
                <a:gd name="connsiteY1" fmla="*/ 407205 h 758996"/>
                <a:gd name="connsiteX2" fmla="*/ 6090 w 656213"/>
                <a:gd name="connsiteY2" fmla="*/ 521593 h 758996"/>
                <a:gd name="connsiteX0" fmla="*/ 93677 w 656213"/>
                <a:gd name="connsiteY0" fmla="*/ 528749 h 758996"/>
                <a:gd name="connsiteX1" fmla="*/ 656213 w 656213"/>
                <a:gd name="connsiteY1" fmla="*/ 758995 h 758996"/>
                <a:gd name="connsiteX0" fmla="*/ 6090 w 692716"/>
                <a:gd name="connsiteY0" fmla="*/ 556524 h 738128"/>
                <a:gd name="connsiteX1" fmla="*/ 182781 w 692716"/>
                <a:gd name="connsiteY1" fmla="*/ 442136 h 738128"/>
                <a:gd name="connsiteX2" fmla="*/ 6090 w 692716"/>
                <a:gd name="connsiteY2" fmla="*/ 556524 h 738128"/>
                <a:gd name="connsiteX0" fmla="*/ 93677 w 692716"/>
                <a:gd name="connsiteY0" fmla="*/ 563680 h 738128"/>
                <a:gd name="connsiteX1" fmla="*/ 692716 w 692716"/>
                <a:gd name="connsiteY1" fmla="*/ 738126 h 738128"/>
                <a:gd name="connsiteX0" fmla="*/ 6090 w 692716"/>
                <a:gd name="connsiteY0" fmla="*/ 546912 h 728516"/>
                <a:gd name="connsiteX1" fmla="*/ 182781 w 692716"/>
                <a:gd name="connsiteY1" fmla="*/ 432524 h 728516"/>
                <a:gd name="connsiteX2" fmla="*/ 6090 w 692716"/>
                <a:gd name="connsiteY2" fmla="*/ 546912 h 728516"/>
                <a:gd name="connsiteX0" fmla="*/ 93677 w 692716"/>
                <a:gd name="connsiteY0" fmla="*/ 554068 h 728516"/>
                <a:gd name="connsiteX1" fmla="*/ 692716 w 692716"/>
                <a:gd name="connsiteY1" fmla="*/ 728514 h 728516"/>
                <a:gd name="connsiteX0" fmla="*/ 6090 w 692716"/>
                <a:gd name="connsiteY0" fmla="*/ 529912 h 711516"/>
                <a:gd name="connsiteX1" fmla="*/ 182781 w 692716"/>
                <a:gd name="connsiteY1" fmla="*/ 415524 h 711516"/>
                <a:gd name="connsiteX2" fmla="*/ 6090 w 692716"/>
                <a:gd name="connsiteY2" fmla="*/ 529912 h 711516"/>
                <a:gd name="connsiteX0" fmla="*/ 93677 w 692716"/>
                <a:gd name="connsiteY0" fmla="*/ 537068 h 711516"/>
                <a:gd name="connsiteX1" fmla="*/ 692716 w 692716"/>
                <a:gd name="connsiteY1" fmla="*/ 711514 h 711516"/>
                <a:gd name="connsiteX0" fmla="*/ 6090 w 692716"/>
                <a:gd name="connsiteY0" fmla="*/ 550973 h 732577"/>
                <a:gd name="connsiteX1" fmla="*/ 182781 w 692716"/>
                <a:gd name="connsiteY1" fmla="*/ 436585 h 732577"/>
                <a:gd name="connsiteX2" fmla="*/ 6090 w 692716"/>
                <a:gd name="connsiteY2" fmla="*/ 550973 h 732577"/>
                <a:gd name="connsiteX0" fmla="*/ 58479 w 692716"/>
                <a:gd name="connsiteY0" fmla="*/ 500264 h 732577"/>
                <a:gd name="connsiteX1" fmla="*/ 692716 w 692716"/>
                <a:gd name="connsiteY1" fmla="*/ 732575 h 732577"/>
                <a:gd name="connsiteX0" fmla="*/ 6090 w 692716"/>
                <a:gd name="connsiteY0" fmla="*/ 557522 h 739126"/>
                <a:gd name="connsiteX1" fmla="*/ 182781 w 692716"/>
                <a:gd name="connsiteY1" fmla="*/ 443134 h 739126"/>
                <a:gd name="connsiteX2" fmla="*/ 6090 w 692716"/>
                <a:gd name="connsiteY2" fmla="*/ 557522 h 739126"/>
                <a:gd name="connsiteX0" fmla="*/ 58479 w 692716"/>
                <a:gd name="connsiteY0" fmla="*/ 506813 h 739126"/>
                <a:gd name="connsiteX1" fmla="*/ 692716 w 692716"/>
                <a:gd name="connsiteY1" fmla="*/ 739124 h 739126"/>
                <a:gd name="connsiteX0" fmla="*/ 6090 w 692716"/>
                <a:gd name="connsiteY0" fmla="*/ 473284 h 654888"/>
                <a:gd name="connsiteX1" fmla="*/ 182781 w 692716"/>
                <a:gd name="connsiteY1" fmla="*/ 358896 h 654888"/>
                <a:gd name="connsiteX2" fmla="*/ 6090 w 692716"/>
                <a:gd name="connsiteY2" fmla="*/ 473284 h 654888"/>
                <a:gd name="connsiteX0" fmla="*/ 58479 w 692716"/>
                <a:gd name="connsiteY0" fmla="*/ 422575 h 654888"/>
                <a:gd name="connsiteX1" fmla="*/ 692716 w 692716"/>
                <a:gd name="connsiteY1" fmla="*/ 654886 h 654888"/>
                <a:gd name="connsiteX0" fmla="*/ 6090 w 724001"/>
                <a:gd name="connsiteY0" fmla="*/ 502283 h 636055"/>
                <a:gd name="connsiteX1" fmla="*/ 182781 w 724001"/>
                <a:gd name="connsiteY1" fmla="*/ 387895 h 636055"/>
                <a:gd name="connsiteX2" fmla="*/ 6090 w 724001"/>
                <a:gd name="connsiteY2" fmla="*/ 502283 h 636055"/>
                <a:gd name="connsiteX0" fmla="*/ 58479 w 724001"/>
                <a:gd name="connsiteY0" fmla="*/ 451574 h 636055"/>
                <a:gd name="connsiteX1" fmla="*/ 724003 w 724001"/>
                <a:gd name="connsiteY1" fmla="*/ 636057 h 636055"/>
                <a:gd name="connsiteX0" fmla="*/ 6090 w 724004"/>
                <a:gd name="connsiteY0" fmla="*/ 448086 h 581858"/>
                <a:gd name="connsiteX1" fmla="*/ 182781 w 724004"/>
                <a:gd name="connsiteY1" fmla="*/ 333698 h 581858"/>
                <a:gd name="connsiteX2" fmla="*/ 6090 w 724004"/>
                <a:gd name="connsiteY2" fmla="*/ 448086 h 581858"/>
                <a:gd name="connsiteX0" fmla="*/ 58479 w 724004"/>
                <a:gd name="connsiteY0" fmla="*/ 397377 h 581858"/>
                <a:gd name="connsiteX1" fmla="*/ 724003 w 724004"/>
                <a:gd name="connsiteY1" fmla="*/ 581860 h 581858"/>
                <a:gd name="connsiteX0" fmla="*/ 6090 w 724004"/>
                <a:gd name="connsiteY0" fmla="*/ 440973 h 574745"/>
                <a:gd name="connsiteX1" fmla="*/ 182781 w 724004"/>
                <a:gd name="connsiteY1" fmla="*/ 326585 h 574745"/>
                <a:gd name="connsiteX2" fmla="*/ 6090 w 724004"/>
                <a:gd name="connsiteY2" fmla="*/ 440973 h 574745"/>
                <a:gd name="connsiteX0" fmla="*/ 58479 w 724004"/>
                <a:gd name="connsiteY0" fmla="*/ 390264 h 574745"/>
                <a:gd name="connsiteX1" fmla="*/ 724003 w 724004"/>
                <a:gd name="connsiteY1" fmla="*/ 574747 h 574745"/>
                <a:gd name="connsiteX0" fmla="*/ 6090 w 724004"/>
                <a:gd name="connsiteY0" fmla="*/ 474035 h 607807"/>
                <a:gd name="connsiteX1" fmla="*/ 182781 w 724004"/>
                <a:gd name="connsiteY1" fmla="*/ 359647 h 607807"/>
                <a:gd name="connsiteX2" fmla="*/ 6090 w 724004"/>
                <a:gd name="connsiteY2" fmla="*/ 474035 h 607807"/>
                <a:gd name="connsiteX0" fmla="*/ 58479 w 724004"/>
                <a:gd name="connsiteY0" fmla="*/ 423326 h 607807"/>
                <a:gd name="connsiteX1" fmla="*/ 724003 w 724004"/>
                <a:gd name="connsiteY1" fmla="*/ 607809 h 607807"/>
                <a:gd name="connsiteX0" fmla="*/ 6090 w 724004"/>
                <a:gd name="connsiteY0" fmla="*/ 524473 h 658245"/>
                <a:gd name="connsiteX1" fmla="*/ 182781 w 724004"/>
                <a:gd name="connsiteY1" fmla="*/ 410085 h 658245"/>
                <a:gd name="connsiteX2" fmla="*/ 6090 w 724004"/>
                <a:gd name="connsiteY2" fmla="*/ 524473 h 658245"/>
                <a:gd name="connsiteX0" fmla="*/ 58479 w 724004"/>
                <a:gd name="connsiteY0" fmla="*/ 473764 h 658245"/>
                <a:gd name="connsiteX1" fmla="*/ 724003 w 724004"/>
                <a:gd name="connsiteY1" fmla="*/ 658247 h 658245"/>
                <a:gd name="connsiteX0" fmla="*/ 6090 w 724746"/>
                <a:gd name="connsiteY0" fmla="*/ 476750 h 610522"/>
                <a:gd name="connsiteX1" fmla="*/ 182781 w 724746"/>
                <a:gd name="connsiteY1" fmla="*/ 362362 h 610522"/>
                <a:gd name="connsiteX2" fmla="*/ 6090 w 724746"/>
                <a:gd name="connsiteY2" fmla="*/ 476750 h 610522"/>
                <a:gd name="connsiteX0" fmla="*/ 58479 w 724746"/>
                <a:gd name="connsiteY0" fmla="*/ 426041 h 610522"/>
                <a:gd name="connsiteX1" fmla="*/ 724003 w 724746"/>
                <a:gd name="connsiteY1" fmla="*/ 610524 h 610522"/>
                <a:gd name="connsiteX0" fmla="*/ 6090 w 724004"/>
                <a:gd name="connsiteY0" fmla="*/ 502053 h 635825"/>
                <a:gd name="connsiteX1" fmla="*/ 182781 w 724004"/>
                <a:gd name="connsiteY1" fmla="*/ 387665 h 635825"/>
                <a:gd name="connsiteX2" fmla="*/ 6090 w 724004"/>
                <a:gd name="connsiteY2" fmla="*/ 502053 h 635825"/>
                <a:gd name="connsiteX0" fmla="*/ 58479 w 724004"/>
                <a:gd name="connsiteY0" fmla="*/ 451344 h 635825"/>
                <a:gd name="connsiteX1" fmla="*/ 724003 w 724004"/>
                <a:gd name="connsiteY1" fmla="*/ 635827 h 635825"/>
                <a:gd name="connsiteX0" fmla="*/ 6090 w 724004"/>
                <a:gd name="connsiteY0" fmla="*/ 482810 h 616582"/>
                <a:gd name="connsiteX1" fmla="*/ 182781 w 724004"/>
                <a:gd name="connsiteY1" fmla="*/ 368422 h 616582"/>
                <a:gd name="connsiteX2" fmla="*/ 6090 w 724004"/>
                <a:gd name="connsiteY2" fmla="*/ 482810 h 616582"/>
                <a:gd name="connsiteX0" fmla="*/ 58479 w 724004"/>
                <a:gd name="connsiteY0" fmla="*/ 432101 h 616582"/>
                <a:gd name="connsiteX1" fmla="*/ 724003 w 724004"/>
                <a:gd name="connsiteY1" fmla="*/ 616584 h 616582"/>
                <a:gd name="connsiteX0" fmla="*/ 6090 w 712230"/>
                <a:gd name="connsiteY0" fmla="*/ 462820 h 631672"/>
                <a:gd name="connsiteX1" fmla="*/ 182781 w 712230"/>
                <a:gd name="connsiteY1" fmla="*/ 348432 h 631672"/>
                <a:gd name="connsiteX2" fmla="*/ 6090 w 712230"/>
                <a:gd name="connsiteY2" fmla="*/ 462820 h 631672"/>
                <a:gd name="connsiteX0" fmla="*/ 58479 w 712230"/>
                <a:gd name="connsiteY0" fmla="*/ 412111 h 631672"/>
                <a:gd name="connsiteX1" fmla="*/ 712229 w 712230"/>
                <a:gd name="connsiteY1" fmla="*/ 631671 h 631672"/>
                <a:gd name="connsiteX0" fmla="*/ 6090 w 712229"/>
                <a:gd name="connsiteY0" fmla="*/ 273957 h 806325"/>
                <a:gd name="connsiteX1" fmla="*/ 182781 w 712229"/>
                <a:gd name="connsiteY1" fmla="*/ 159569 h 806325"/>
                <a:gd name="connsiteX2" fmla="*/ 6090 w 712229"/>
                <a:gd name="connsiteY2" fmla="*/ 273957 h 806325"/>
                <a:gd name="connsiteX0" fmla="*/ 30440 w 712229"/>
                <a:gd name="connsiteY0" fmla="*/ 806325 h 806325"/>
                <a:gd name="connsiteX1" fmla="*/ 712229 w 712229"/>
                <a:gd name="connsiteY1" fmla="*/ 442808 h 806325"/>
                <a:gd name="connsiteX0" fmla="*/ 6090 w 712229"/>
                <a:gd name="connsiteY0" fmla="*/ 429636 h 962004"/>
                <a:gd name="connsiteX1" fmla="*/ 182781 w 712229"/>
                <a:gd name="connsiteY1" fmla="*/ 315248 h 962004"/>
                <a:gd name="connsiteX2" fmla="*/ 6090 w 712229"/>
                <a:gd name="connsiteY2" fmla="*/ 429636 h 962004"/>
                <a:gd name="connsiteX0" fmla="*/ 30440 w 712229"/>
                <a:gd name="connsiteY0" fmla="*/ 962004 h 962004"/>
                <a:gd name="connsiteX1" fmla="*/ 712229 w 712229"/>
                <a:gd name="connsiteY1" fmla="*/ 598487 h 962004"/>
                <a:gd name="connsiteX0" fmla="*/ 6090 w 712229"/>
                <a:gd name="connsiteY0" fmla="*/ 425413 h 969516"/>
                <a:gd name="connsiteX1" fmla="*/ 182781 w 712229"/>
                <a:gd name="connsiteY1" fmla="*/ 311025 h 969516"/>
                <a:gd name="connsiteX2" fmla="*/ 6090 w 712229"/>
                <a:gd name="connsiteY2" fmla="*/ 425413 h 969516"/>
                <a:gd name="connsiteX0" fmla="*/ 35604 w 712229"/>
                <a:gd name="connsiteY0" fmla="*/ 969516 h 969516"/>
                <a:gd name="connsiteX1" fmla="*/ 712229 w 712229"/>
                <a:gd name="connsiteY1" fmla="*/ 594264 h 969516"/>
                <a:gd name="connsiteX0" fmla="*/ 6090 w 702540"/>
                <a:gd name="connsiteY0" fmla="*/ 425729 h 969832"/>
                <a:gd name="connsiteX1" fmla="*/ 182781 w 702540"/>
                <a:gd name="connsiteY1" fmla="*/ 311341 h 969832"/>
                <a:gd name="connsiteX2" fmla="*/ 6090 w 702540"/>
                <a:gd name="connsiteY2" fmla="*/ 425729 h 969832"/>
                <a:gd name="connsiteX0" fmla="*/ 35604 w 702540"/>
                <a:gd name="connsiteY0" fmla="*/ 969832 h 969832"/>
                <a:gd name="connsiteX1" fmla="*/ 702540 w 702540"/>
                <a:gd name="connsiteY1" fmla="*/ 594086 h 969832"/>
                <a:gd name="connsiteX0" fmla="*/ 6090 w 702540"/>
                <a:gd name="connsiteY0" fmla="*/ 519933 h 1064036"/>
                <a:gd name="connsiteX1" fmla="*/ 182781 w 702540"/>
                <a:gd name="connsiteY1" fmla="*/ 405545 h 1064036"/>
                <a:gd name="connsiteX2" fmla="*/ 6090 w 702540"/>
                <a:gd name="connsiteY2" fmla="*/ 519933 h 1064036"/>
                <a:gd name="connsiteX0" fmla="*/ 35604 w 702540"/>
                <a:gd name="connsiteY0" fmla="*/ 1064036 h 1064036"/>
                <a:gd name="connsiteX1" fmla="*/ 322521 w 702540"/>
                <a:gd name="connsiteY1" fmla="*/ 96785 h 1064036"/>
                <a:gd name="connsiteX2" fmla="*/ 702540 w 702540"/>
                <a:gd name="connsiteY2" fmla="*/ 688290 h 1064036"/>
                <a:gd name="connsiteX0" fmla="*/ 6090 w 702540"/>
                <a:gd name="connsiteY0" fmla="*/ 629235 h 1173338"/>
                <a:gd name="connsiteX1" fmla="*/ 182781 w 702540"/>
                <a:gd name="connsiteY1" fmla="*/ 514847 h 1173338"/>
                <a:gd name="connsiteX2" fmla="*/ 6090 w 702540"/>
                <a:gd name="connsiteY2" fmla="*/ 629235 h 1173338"/>
                <a:gd name="connsiteX0" fmla="*/ 35604 w 702540"/>
                <a:gd name="connsiteY0" fmla="*/ 1173338 h 1173338"/>
                <a:gd name="connsiteX1" fmla="*/ 322521 w 702540"/>
                <a:gd name="connsiteY1" fmla="*/ 206087 h 1173338"/>
                <a:gd name="connsiteX2" fmla="*/ 702540 w 702540"/>
                <a:gd name="connsiteY2" fmla="*/ 797592 h 1173338"/>
                <a:gd name="connsiteX0" fmla="*/ 6090 w 702540"/>
                <a:gd name="connsiteY0" fmla="*/ 746023 h 1290126"/>
                <a:gd name="connsiteX1" fmla="*/ 182781 w 702540"/>
                <a:gd name="connsiteY1" fmla="*/ 631635 h 1290126"/>
                <a:gd name="connsiteX2" fmla="*/ 6090 w 702540"/>
                <a:gd name="connsiteY2" fmla="*/ 746023 h 1290126"/>
                <a:gd name="connsiteX0" fmla="*/ 35604 w 702540"/>
                <a:gd name="connsiteY0" fmla="*/ 1290126 h 1290126"/>
                <a:gd name="connsiteX1" fmla="*/ 288350 w 702540"/>
                <a:gd name="connsiteY1" fmla="*/ 152170 h 1290126"/>
                <a:gd name="connsiteX2" fmla="*/ 702540 w 702540"/>
                <a:gd name="connsiteY2" fmla="*/ 914380 h 1290126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636090 h 1180193"/>
                <a:gd name="connsiteX1" fmla="*/ 182781 w 702540"/>
                <a:gd name="connsiteY1" fmla="*/ 521702 h 1180193"/>
                <a:gd name="connsiteX2" fmla="*/ 6090 w 702540"/>
                <a:gd name="connsiteY2" fmla="*/ 636090 h 1180193"/>
                <a:gd name="connsiteX0" fmla="*/ 35604 w 702540"/>
                <a:gd name="connsiteY0" fmla="*/ 1180193 h 1180193"/>
                <a:gd name="connsiteX1" fmla="*/ 288350 w 702540"/>
                <a:gd name="connsiteY1" fmla="*/ 42237 h 1180193"/>
                <a:gd name="connsiteX2" fmla="*/ 702540 w 702540"/>
                <a:gd name="connsiteY2" fmla="*/ 804447 h 1180193"/>
                <a:gd name="connsiteX0" fmla="*/ 6090 w 702540"/>
                <a:gd name="connsiteY0" fmla="*/ 640197 h 1184300"/>
                <a:gd name="connsiteX1" fmla="*/ 182781 w 702540"/>
                <a:gd name="connsiteY1" fmla="*/ 525809 h 1184300"/>
                <a:gd name="connsiteX2" fmla="*/ 6090 w 702540"/>
                <a:gd name="connsiteY2" fmla="*/ 640197 h 1184300"/>
                <a:gd name="connsiteX0" fmla="*/ 35604 w 702540"/>
                <a:gd name="connsiteY0" fmla="*/ 1184300 h 1184300"/>
                <a:gd name="connsiteX1" fmla="*/ 287933 w 702540"/>
                <a:gd name="connsiteY1" fmla="*/ 40743 h 1184300"/>
                <a:gd name="connsiteX2" fmla="*/ 702540 w 702540"/>
                <a:gd name="connsiteY2" fmla="*/ 808554 h 1184300"/>
                <a:gd name="connsiteX0" fmla="*/ 6090 w 702540"/>
                <a:gd name="connsiteY0" fmla="*/ 647676 h 1191779"/>
                <a:gd name="connsiteX1" fmla="*/ 182781 w 702540"/>
                <a:gd name="connsiteY1" fmla="*/ 533288 h 1191779"/>
                <a:gd name="connsiteX2" fmla="*/ 6090 w 702540"/>
                <a:gd name="connsiteY2" fmla="*/ 647676 h 1191779"/>
                <a:gd name="connsiteX0" fmla="*/ 35604 w 702540"/>
                <a:gd name="connsiteY0" fmla="*/ 1191779 h 1191779"/>
                <a:gd name="connsiteX1" fmla="*/ 287933 w 702540"/>
                <a:gd name="connsiteY1" fmla="*/ 48222 h 1191779"/>
                <a:gd name="connsiteX2" fmla="*/ 702540 w 702540"/>
                <a:gd name="connsiteY2" fmla="*/ 816033 h 1191779"/>
                <a:gd name="connsiteX0" fmla="*/ 6090 w 702540"/>
                <a:gd name="connsiteY0" fmla="*/ 647676 h 1191779"/>
                <a:gd name="connsiteX1" fmla="*/ 182781 w 702540"/>
                <a:gd name="connsiteY1" fmla="*/ 533288 h 1191779"/>
                <a:gd name="connsiteX2" fmla="*/ 6090 w 702540"/>
                <a:gd name="connsiteY2" fmla="*/ 647676 h 1191779"/>
                <a:gd name="connsiteX0" fmla="*/ 35604 w 702540"/>
                <a:gd name="connsiteY0" fmla="*/ 1191779 h 1191779"/>
                <a:gd name="connsiteX1" fmla="*/ 287933 w 702540"/>
                <a:gd name="connsiteY1" fmla="*/ 48222 h 1191779"/>
                <a:gd name="connsiteX2" fmla="*/ 702540 w 702540"/>
                <a:gd name="connsiteY2" fmla="*/ 816033 h 1191779"/>
                <a:gd name="connsiteX0" fmla="*/ 6090 w 702540"/>
                <a:gd name="connsiteY0" fmla="*/ 666346 h 1210449"/>
                <a:gd name="connsiteX1" fmla="*/ 182781 w 702540"/>
                <a:gd name="connsiteY1" fmla="*/ 551958 h 1210449"/>
                <a:gd name="connsiteX2" fmla="*/ 6090 w 702540"/>
                <a:gd name="connsiteY2" fmla="*/ 666346 h 1210449"/>
                <a:gd name="connsiteX0" fmla="*/ 35604 w 702540"/>
                <a:gd name="connsiteY0" fmla="*/ 1210449 h 1210449"/>
                <a:gd name="connsiteX1" fmla="*/ 287933 w 702540"/>
                <a:gd name="connsiteY1" fmla="*/ 66892 h 1210449"/>
                <a:gd name="connsiteX2" fmla="*/ 702540 w 702540"/>
                <a:gd name="connsiteY2" fmla="*/ 834703 h 1210449"/>
                <a:gd name="connsiteX0" fmla="*/ 6090 w 702540"/>
                <a:gd name="connsiteY0" fmla="*/ 617720 h 1161823"/>
                <a:gd name="connsiteX1" fmla="*/ 182781 w 702540"/>
                <a:gd name="connsiteY1" fmla="*/ 503332 h 1161823"/>
                <a:gd name="connsiteX2" fmla="*/ 6090 w 702540"/>
                <a:gd name="connsiteY2" fmla="*/ 617720 h 1161823"/>
                <a:gd name="connsiteX0" fmla="*/ 35604 w 702540"/>
                <a:gd name="connsiteY0" fmla="*/ 1161823 h 1161823"/>
                <a:gd name="connsiteX1" fmla="*/ 287933 w 702540"/>
                <a:gd name="connsiteY1" fmla="*/ 18266 h 1161823"/>
                <a:gd name="connsiteX2" fmla="*/ 702540 w 702540"/>
                <a:gd name="connsiteY2" fmla="*/ 786077 h 1161823"/>
                <a:gd name="connsiteX0" fmla="*/ 6090 w 702540"/>
                <a:gd name="connsiteY0" fmla="*/ 613116 h 1157219"/>
                <a:gd name="connsiteX1" fmla="*/ 182781 w 702540"/>
                <a:gd name="connsiteY1" fmla="*/ 498728 h 1157219"/>
                <a:gd name="connsiteX2" fmla="*/ 6090 w 702540"/>
                <a:gd name="connsiteY2" fmla="*/ 613116 h 1157219"/>
                <a:gd name="connsiteX0" fmla="*/ 35604 w 702540"/>
                <a:gd name="connsiteY0" fmla="*/ 1157219 h 1157219"/>
                <a:gd name="connsiteX1" fmla="*/ 287933 w 702540"/>
                <a:gd name="connsiteY1" fmla="*/ 13662 h 1157219"/>
                <a:gd name="connsiteX2" fmla="*/ 702540 w 702540"/>
                <a:gd name="connsiteY2" fmla="*/ 781473 h 1157219"/>
                <a:gd name="connsiteX0" fmla="*/ 6090 w 702540"/>
                <a:gd name="connsiteY0" fmla="*/ 616602 h 1160705"/>
                <a:gd name="connsiteX1" fmla="*/ 182781 w 702540"/>
                <a:gd name="connsiteY1" fmla="*/ 502214 h 1160705"/>
                <a:gd name="connsiteX2" fmla="*/ 6090 w 702540"/>
                <a:gd name="connsiteY2" fmla="*/ 616602 h 1160705"/>
                <a:gd name="connsiteX0" fmla="*/ 35604 w 702540"/>
                <a:gd name="connsiteY0" fmla="*/ 1160705 h 1160705"/>
                <a:gd name="connsiteX1" fmla="*/ 287933 w 702540"/>
                <a:gd name="connsiteY1" fmla="*/ 17148 h 1160705"/>
                <a:gd name="connsiteX2" fmla="*/ 702540 w 702540"/>
                <a:gd name="connsiteY2" fmla="*/ 784959 h 1160705"/>
                <a:gd name="connsiteX0" fmla="*/ 111454 w 673544"/>
                <a:gd name="connsiteY0" fmla="*/ 577564 h 1160705"/>
                <a:gd name="connsiteX1" fmla="*/ 153785 w 673544"/>
                <a:gd name="connsiteY1" fmla="*/ 502214 h 1160705"/>
                <a:gd name="connsiteX2" fmla="*/ 111454 w 673544"/>
                <a:gd name="connsiteY2" fmla="*/ 577564 h 1160705"/>
                <a:gd name="connsiteX0" fmla="*/ 6608 w 673544"/>
                <a:gd name="connsiteY0" fmla="*/ 1160705 h 1160705"/>
                <a:gd name="connsiteX1" fmla="*/ 258937 w 673544"/>
                <a:gd name="connsiteY1" fmla="*/ 17148 h 1160705"/>
                <a:gd name="connsiteX2" fmla="*/ 673544 w 673544"/>
                <a:gd name="connsiteY2" fmla="*/ 784959 h 1160705"/>
                <a:gd name="connsiteX0" fmla="*/ 112257 w 674347"/>
                <a:gd name="connsiteY0" fmla="*/ 577564 h 1160705"/>
                <a:gd name="connsiteX1" fmla="*/ 154588 w 674347"/>
                <a:gd name="connsiteY1" fmla="*/ 502214 h 1160705"/>
                <a:gd name="connsiteX2" fmla="*/ 112257 w 674347"/>
                <a:gd name="connsiteY2" fmla="*/ 577564 h 1160705"/>
                <a:gd name="connsiteX0" fmla="*/ 7411 w 674347"/>
                <a:gd name="connsiteY0" fmla="*/ 1160705 h 1160705"/>
                <a:gd name="connsiteX1" fmla="*/ 259740 w 674347"/>
                <a:gd name="connsiteY1" fmla="*/ 17148 h 1160705"/>
                <a:gd name="connsiteX2" fmla="*/ 674347 w 674347"/>
                <a:gd name="connsiteY2" fmla="*/ 784959 h 1160705"/>
                <a:gd name="connsiteX0" fmla="*/ 111667 w 673757"/>
                <a:gd name="connsiteY0" fmla="*/ 577564 h 1160705"/>
                <a:gd name="connsiteX1" fmla="*/ 153998 w 673757"/>
                <a:gd name="connsiteY1" fmla="*/ 502214 h 1160705"/>
                <a:gd name="connsiteX2" fmla="*/ 111667 w 673757"/>
                <a:gd name="connsiteY2" fmla="*/ 577564 h 1160705"/>
                <a:gd name="connsiteX0" fmla="*/ 6821 w 673757"/>
                <a:gd name="connsiteY0" fmla="*/ 1160705 h 1160705"/>
                <a:gd name="connsiteX1" fmla="*/ 259150 w 673757"/>
                <a:gd name="connsiteY1" fmla="*/ 17148 h 1160705"/>
                <a:gd name="connsiteX2" fmla="*/ 673757 w 673757"/>
                <a:gd name="connsiteY2" fmla="*/ 784959 h 1160705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67536"/>
                <a:gd name="connsiteY0" fmla="*/ 583933 h 1167074"/>
                <a:gd name="connsiteX1" fmla="*/ 153986 w 667536"/>
                <a:gd name="connsiteY1" fmla="*/ 508583 h 1167074"/>
                <a:gd name="connsiteX2" fmla="*/ 111655 w 667536"/>
                <a:gd name="connsiteY2" fmla="*/ 583933 h 1167074"/>
                <a:gd name="connsiteX0" fmla="*/ 6809 w 667536"/>
                <a:gd name="connsiteY0" fmla="*/ 1167074 h 1167074"/>
                <a:gd name="connsiteX1" fmla="*/ 259138 w 667536"/>
                <a:gd name="connsiteY1" fmla="*/ 23517 h 1167074"/>
                <a:gd name="connsiteX2" fmla="*/ 667536 w 667536"/>
                <a:gd name="connsiteY2" fmla="*/ 763722 h 1167074"/>
                <a:gd name="connsiteX0" fmla="*/ 111655 w 659729"/>
                <a:gd name="connsiteY0" fmla="*/ 584533 h 1167674"/>
                <a:gd name="connsiteX1" fmla="*/ 153986 w 659729"/>
                <a:gd name="connsiteY1" fmla="*/ 509183 h 1167674"/>
                <a:gd name="connsiteX2" fmla="*/ 111655 w 659729"/>
                <a:gd name="connsiteY2" fmla="*/ 584533 h 1167674"/>
                <a:gd name="connsiteX0" fmla="*/ 6809 w 659729"/>
                <a:gd name="connsiteY0" fmla="*/ 1167674 h 1167674"/>
                <a:gd name="connsiteX1" fmla="*/ 259138 w 659729"/>
                <a:gd name="connsiteY1" fmla="*/ 24117 h 1167674"/>
                <a:gd name="connsiteX2" fmla="*/ 659729 w 659729"/>
                <a:gd name="connsiteY2" fmla="*/ 753168 h 1167674"/>
                <a:gd name="connsiteX0" fmla="*/ 111655 w 659729"/>
                <a:gd name="connsiteY0" fmla="*/ 582822 h 1165963"/>
                <a:gd name="connsiteX1" fmla="*/ 153986 w 659729"/>
                <a:gd name="connsiteY1" fmla="*/ 507472 h 1165963"/>
                <a:gd name="connsiteX2" fmla="*/ 111655 w 659729"/>
                <a:gd name="connsiteY2" fmla="*/ 582822 h 1165963"/>
                <a:gd name="connsiteX0" fmla="*/ 6809 w 659729"/>
                <a:gd name="connsiteY0" fmla="*/ 1165963 h 1165963"/>
                <a:gd name="connsiteX1" fmla="*/ 259138 w 659729"/>
                <a:gd name="connsiteY1" fmla="*/ 22406 h 1165963"/>
                <a:gd name="connsiteX2" fmla="*/ 659729 w 659729"/>
                <a:gd name="connsiteY2" fmla="*/ 751457 h 1165963"/>
                <a:gd name="connsiteX0" fmla="*/ 111640 w 659714"/>
                <a:gd name="connsiteY0" fmla="*/ 579270 h 1162411"/>
                <a:gd name="connsiteX1" fmla="*/ 153971 w 659714"/>
                <a:gd name="connsiteY1" fmla="*/ 503920 h 1162411"/>
                <a:gd name="connsiteX2" fmla="*/ 111640 w 659714"/>
                <a:gd name="connsiteY2" fmla="*/ 579270 h 1162411"/>
                <a:gd name="connsiteX0" fmla="*/ 6794 w 659714"/>
                <a:gd name="connsiteY0" fmla="*/ 1162411 h 1162411"/>
                <a:gd name="connsiteX1" fmla="*/ 259395 w 659714"/>
                <a:gd name="connsiteY1" fmla="*/ 22588 h 1162411"/>
                <a:gd name="connsiteX2" fmla="*/ 659714 w 659714"/>
                <a:gd name="connsiteY2" fmla="*/ 747905 h 1162411"/>
                <a:gd name="connsiteX0" fmla="*/ 111538 w 659612"/>
                <a:gd name="connsiteY0" fmla="*/ 554480 h 1137621"/>
                <a:gd name="connsiteX1" fmla="*/ 153869 w 659612"/>
                <a:gd name="connsiteY1" fmla="*/ 479130 h 1137621"/>
                <a:gd name="connsiteX2" fmla="*/ 111538 w 659612"/>
                <a:gd name="connsiteY2" fmla="*/ 554480 h 1137621"/>
                <a:gd name="connsiteX0" fmla="*/ 6692 w 659612"/>
                <a:gd name="connsiteY0" fmla="*/ 1137621 h 1137621"/>
                <a:gd name="connsiteX1" fmla="*/ 261199 w 659612"/>
                <a:gd name="connsiteY1" fmla="*/ 23939 h 1137621"/>
                <a:gd name="connsiteX2" fmla="*/ 659612 w 659612"/>
                <a:gd name="connsiteY2" fmla="*/ 723115 h 1137621"/>
                <a:gd name="connsiteX0" fmla="*/ 111551 w 659625"/>
                <a:gd name="connsiteY0" fmla="*/ 558012 h 1141153"/>
                <a:gd name="connsiteX1" fmla="*/ 153882 w 659625"/>
                <a:gd name="connsiteY1" fmla="*/ 482662 h 1141153"/>
                <a:gd name="connsiteX2" fmla="*/ 111551 w 659625"/>
                <a:gd name="connsiteY2" fmla="*/ 558012 h 1141153"/>
                <a:gd name="connsiteX0" fmla="*/ 6705 w 659625"/>
                <a:gd name="connsiteY0" fmla="*/ 1141153 h 1141153"/>
                <a:gd name="connsiteX1" fmla="*/ 260940 w 659625"/>
                <a:gd name="connsiteY1" fmla="*/ 23736 h 1141153"/>
                <a:gd name="connsiteX2" fmla="*/ 659625 w 659625"/>
                <a:gd name="connsiteY2" fmla="*/ 726647 h 1141153"/>
                <a:gd name="connsiteX0" fmla="*/ 108769 w 656843"/>
                <a:gd name="connsiteY0" fmla="*/ 558012 h 1141153"/>
                <a:gd name="connsiteX1" fmla="*/ 151100 w 656843"/>
                <a:gd name="connsiteY1" fmla="*/ 482662 h 1141153"/>
                <a:gd name="connsiteX2" fmla="*/ 108769 w 656843"/>
                <a:gd name="connsiteY2" fmla="*/ 558012 h 1141153"/>
                <a:gd name="connsiteX0" fmla="*/ 3923 w 656843"/>
                <a:gd name="connsiteY0" fmla="*/ 1141153 h 1141153"/>
                <a:gd name="connsiteX1" fmla="*/ 258158 w 656843"/>
                <a:gd name="connsiteY1" fmla="*/ 23736 h 1141153"/>
                <a:gd name="connsiteX2" fmla="*/ 656843 w 656843"/>
                <a:gd name="connsiteY2" fmla="*/ 726647 h 1141153"/>
                <a:gd name="connsiteX0" fmla="*/ 108385 w 656459"/>
                <a:gd name="connsiteY0" fmla="*/ 558012 h 1141153"/>
                <a:gd name="connsiteX1" fmla="*/ 150716 w 656459"/>
                <a:gd name="connsiteY1" fmla="*/ 482662 h 1141153"/>
                <a:gd name="connsiteX2" fmla="*/ 108385 w 656459"/>
                <a:gd name="connsiteY2" fmla="*/ 558012 h 1141153"/>
                <a:gd name="connsiteX0" fmla="*/ 3539 w 656459"/>
                <a:gd name="connsiteY0" fmla="*/ 1141153 h 1141153"/>
                <a:gd name="connsiteX1" fmla="*/ 257774 w 656459"/>
                <a:gd name="connsiteY1" fmla="*/ 23736 h 1141153"/>
                <a:gd name="connsiteX2" fmla="*/ 656459 w 656459"/>
                <a:gd name="connsiteY2" fmla="*/ 726647 h 1141153"/>
                <a:gd name="connsiteX0" fmla="*/ 108523 w 656597"/>
                <a:gd name="connsiteY0" fmla="*/ 558012 h 1141153"/>
                <a:gd name="connsiteX1" fmla="*/ 150854 w 656597"/>
                <a:gd name="connsiteY1" fmla="*/ 482662 h 1141153"/>
                <a:gd name="connsiteX2" fmla="*/ 108523 w 656597"/>
                <a:gd name="connsiteY2" fmla="*/ 558012 h 1141153"/>
                <a:gd name="connsiteX0" fmla="*/ 3677 w 656597"/>
                <a:gd name="connsiteY0" fmla="*/ 1141153 h 1141153"/>
                <a:gd name="connsiteX1" fmla="*/ 257912 w 656597"/>
                <a:gd name="connsiteY1" fmla="*/ 23736 h 1141153"/>
                <a:gd name="connsiteX2" fmla="*/ 656597 w 656597"/>
                <a:gd name="connsiteY2" fmla="*/ 726647 h 1141153"/>
                <a:gd name="connsiteX0" fmla="*/ 108973 w 657047"/>
                <a:gd name="connsiteY0" fmla="*/ 558012 h 1141153"/>
                <a:gd name="connsiteX1" fmla="*/ 151304 w 657047"/>
                <a:gd name="connsiteY1" fmla="*/ 482662 h 1141153"/>
                <a:gd name="connsiteX2" fmla="*/ 108973 w 657047"/>
                <a:gd name="connsiteY2" fmla="*/ 558012 h 1141153"/>
                <a:gd name="connsiteX0" fmla="*/ 4127 w 657047"/>
                <a:gd name="connsiteY0" fmla="*/ 1141153 h 1141153"/>
                <a:gd name="connsiteX1" fmla="*/ 258362 w 657047"/>
                <a:gd name="connsiteY1" fmla="*/ 23736 h 1141153"/>
                <a:gd name="connsiteX2" fmla="*/ 657047 w 657047"/>
                <a:gd name="connsiteY2" fmla="*/ 726647 h 1141153"/>
                <a:gd name="connsiteX0" fmla="*/ 108940 w 657014"/>
                <a:gd name="connsiteY0" fmla="*/ 409086 h 992227"/>
                <a:gd name="connsiteX1" fmla="*/ 151271 w 657014"/>
                <a:gd name="connsiteY1" fmla="*/ 333736 h 992227"/>
                <a:gd name="connsiteX2" fmla="*/ 108940 w 657014"/>
                <a:gd name="connsiteY2" fmla="*/ 409086 h 992227"/>
                <a:gd name="connsiteX0" fmla="*/ 4094 w 657014"/>
                <a:gd name="connsiteY0" fmla="*/ 992227 h 992227"/>
                <a:gd name="connsiteX1" fmla="*/ 259936 w 657014"/>
                <a:gd name="connsiteY1" fmla="*/ 36558 h 992227"/>
                <a:gd name="connsiteX2" fmla="*/ 657014 w 657014"/>
                <a:gd name="connsiteY2" fmla="*/ 577721 h 992227"/>
                <a:gd name="connsiteX0" fmla="*/ 108940 w 657014"/>
                <a:gd name="connsiteY0" fmla="*/ 372530 h 955671"/>
                <a:gd name="connsiteX1" fmla="*/ 151271 w 657014"/>
                <a:gd name="connsiteY1" fmla="*/ 297180 h 955671"/>
                <a:gd name="connsiteX2" fmla="*/ 108940 w 657014"/>
                <a:gd name="connsiteY2" fmla="*/ 372530 h 955671"/>
                <a:gd name="connsiteX0" fmla="*/ 4094 w 657014"/>
                <a:gd name="connsiteY0" fmla="*/ 955671 h 955671"/>
                <a:gd name="connsiteX1" fmla="*/ 259936 w 657014"/>
                <a:gd name="connsiteY1" fmla="*/ 2 h 955671"/>
                <a:gd name="connsiteX2" fmla="*/ 657014 w 657014"/>
                <a:gd name="connsiteY2" fmla="*/ 541165 h 955671"/>
                <a:gd name="connsiteX0" fmla="*/ 108940 w 657014"/>
                <a:gd name="connsiteY0" fmla="*/ 388870 h 972011"/>
                <a:gd name="connsiteX1" fmla="*/ 151271 w 657014"/>
                <a:gd name="connsiteY1" fmla="*/ 313520 h 972011"/>
                <a:gd name="connsiteX2" fmla="*/ 108940 w 657014"/>
                <a:gd name="connsiteY2" fmla="*/ 388870 h 972011"/>
                <a:gd name="connsiteX0" fmla="*/ 4094 w 657014"/>
                <a:gd name="connsiteY0" fmla="*/ 972011 h 972011"/>
                <a:gd name="connsiteX1" fmla="*/ 259936 w 657014"/>
                <a:gd name="connsiteY1" fmla="*/ 16342 h 972011"/>
                <a:gd name="connsiteX2" fmla="*/ 657014 w 657014"/>
                <a:gd name="connsiteY2" fmla="*/ 557505 h 972011"/>
                <a:gd name="connsiteX0" fmla="*/ 108940 w 657014"/>
                <a:gd name="connsiteY0" fmla="*/ 388870 h 972011"/>
                <a:gd name="connsiteX1" fmla="*/ 151273 w 657014"/>
                <a:gd name="connsiteY1" fmla="*/ 313524 h 972011"/>
                <a:gd name="connsiteX2" fmla="*/ 108940 w 657014"/>
                <a:gd name="connsiteY2" fmla="*/ 388870 h 972011"/>
                <a:gd name="connsiteX0" fmla="*/ 4094 w 657014"/>
                <a:gd name="connsiteY0" fmla="*/ 972011 h 972011"/>
                <a:gd name="connsiteX1" fmla="*/ 259936 w 657014"/>
                <a:gd name="connsiteY1" fmla="*/ 16342 h 972011"/>
                <a:gd name="connsiteX2" fmla="*/ 657014 w 657014"/>
                <a:gd name="connsiteY2" fmla="*/ 557505 h 972011"/>
                <a:gd name="connsiteX0" fmla="*/ 104845 w 652919"/>
                <a:gd name="connsiteY0" fmla="*/ 388870 h 972011"/>
                <a:gd name="connsiteX1" fmla="*/ 147178 w 652919"/>
                <a:gd name="connsiteY1" fmla="*/ 313524 h 972011"/>
                <a:gd name="connsiteX2" fmla="*/ 104845 w 652919"/>
                <a:gd name="connsiteY2" fmla="*/ 388870 h 972011"/>
                <a:gd name="connsiteX0" fmla="*/ -1 w 652919"/>
                <a:gd name="connsiteY0" fmla="*/ 972011 h 972011"/>
                <a:gd name="connsiteX1" fmla="*/ 255841 w 652919"/>
                <a:gd name="connsiteY1" fmla="*/ 16342 h 972011"/>
                <a:gd name="connsiteX2" fmla="*/ 652919 w 652919"/>
                <a:gd name="connsiteY2" fmla="*/ 557505 h 97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919" h="972011" stroke="0" extrusionOk="0">
                  <a:moveTo>
                    <a:pt x="104845" y="388870"/>
                  </a:moveTo>
                  <a:cubicBezTo>
                    <a:pt x="68033" y="217846"/>
                    <a:pt x="72684" y="329558"/>
                    <a:pt x="147178" y="313524"/>
                  </a:cubicBezTo>
                  <a:lnTo>
                    <a:pt x="104845" y="388870"/>
                  </a:lnTo>
                  <a:close/>
                </a:path>
                <a:path w="652919" h="972011" fill="none">
                  <a:moveTo>
                    <a:pt x="-1" y="972011"/>
                  </a:moveTo>
                  <a:cubicBezTo>
                    <a:pt x="13899" y="493295"/>
                    <a:pt x="128812" y="162114"/>
                    <a:pt x="255841" y="16342"/>
                  </a:cubicBezTo>
                  <a:cubicBezTo>
                    <a:pt x="431946" y="-44114"/>
                    <a:pt x="605126" y="47548"/>
                    <a:pt x="652919" y="557505"/>
                  </a:cubicBezTo>
                </a:path>
              </a:pathLst>
            </a:custGeom>
            <a:ln w="19050">
              <a:solidFill>
                <a:srgbClr val="FFFF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Arc 30">
              <a:extLst>
                <a:ext uri="{FF2B5EF4-FFF2-40B4-BE49-F238E27FC236}">
                  <a16:creationId xmlns:a16="http://schemas.microsoft.com/office/drawing/2014/main" id="{99391654-7220-4219-B298-62E68AE3DD14}"/>
                </a:ext>
              </a:extLst>
            </p:cNvPr>
            <p:cNvSpPr/>
            <p:nvPr/>
          </p:nvSpPr>
          <p:spPr>
            <a:xfrm rot="12111459" flipV="1">
              <a:off x="4121217" y="2714129"/>
              <a:ext cx="153366" cy="43897"/>
            </a:xfrm>
            <a:custGeom>
              <a:avLst/>
              <a:gdLst>
                <a:gd name="connsiteX0" fmla="*/ 10236 w 914400"/>
                <a:gd name="connsiteY0" fmla="*/ 553405 h 914400"/>
                <a:gd name="connsiteX1" fmla="*/ 175103 w 914400"/>
                <a:gd name="connsiteY1" fmla="*/ 97404 h 914400"/>
                <a:gd name="connsiteX2" fmla="*/ 657271 w 914400"/>
                <a:gd name="connsiteY2" fmla="*/ 46100 h 914400"/>
                <a:gd name="connsiteX3" fmla="*/ 914400 w 914400"/>
                <a:gd name="connsiteY3" fmla="*/ 457200 h 914400"/>
                <a:gd name="connsiteX4" fmla="*/ 457200 w 914400"/>
                <a:gd name="connsiteY4" fmla="*/ 457200 h 914400"/>
                <a:gd name="connsiteX5" fmla="*/ 10236 w 914400"/>
                <a:gd name="connsiteY5" fmla="*/ 553405 h 914400"/>
                <a:gd name="connsiteX0" fmla="*/ 10236 w 914400"/>
                <a:gd name="connsiteY0" fmla="*/ 553405 h 914400"/>
                <a:gd name="connsiteX1" fmla="*/ 175103 w 914400"/>
                <a:gd name="connsiteY1" fmla="*/ 97404 h 914400"/>
                <a:gd name="connsiteX2" fmla="*/ 657271 w 914400"/>
                <a:gd name="connsiteY2" fmla="*/ 46100 h 914400"/>
                <a:gd name="connsiteX3" fmla="*/ 914400 w 914400"/>
                <a:gd name="connsiteY3" fmla="*/ 457200 h 914400"/>
                <a:gd name="connsiteX0" fmla="*/ 10252 w 2209816"/>
                <a:gd name="connsiteY0" fmla="*/ 805885 h 805885"/>
                <a:gd name="connsiteX1" fmla="*/ 175119 w 2209816"/>
                <a:gd name="connsiteY1" fmla="*/ 349884 h 805885"/>
                <a:gd name="connsiteX2" fmla="*/ 657287 w 2209816"/>
                <a:gd name="connsiteY2" fmla="*/ 298580 h 805885"/>
                <a:gd name="connsiteX3" fmla="*/ 914416 w 2209816"/>
                <a:gd name="connsiteY3" fmla="*/ 709680 h 805885"/>
                <a:gd name="connsiteX4" fmla="*/ 457216 w 2209816"/>
                <a:gd name="connsiteY4" fmla="*/ 709680 h 805885"/>
                <a:gd name="connsiteX5" fmla="*/ 10252 w 2209816"/>
                <a:gd name="connsiteY5" fmla="*/ 805885 h 805885"/>
                <a:gd name="connsiteX0" fmla="*/ 10252 w 2209816"/>
                <a:gd name="connsiteY0" fmla="*/ 805885 h 805885"/>
                <a:gd name="connsiteX1" fmla="*/ 175119 w 2209816"/>
                <a:gd name="connsiteY1" fmla="*/ 349884 h 805885"/>
                <a:gd name="connsiteX2" fmla="*/ 657287 w 2209816"/>
                <a:gd name="connsiteY2" fmla="*/ 298580 h 805885"/>
                <a:gd name="connsiteX3" fmla="*/ 2209816 w 2209816"/>
                <a:gd name="connsiteY3" fmla="*/ 36580 h 805885"/>
                <a:gd name="connsiteX0" fmla="*/ 10252 w 914416"/>
                <a:gd name="connsiteY0" fmla="*/ 553409 h 553409"/>
                <a:gd name="connsiteX1" fmla="*/ 175119 w 914416"/>
                <a:gd name="connsiteY1" fmla="*/ 97408 h 553409"/>
                <a:gd name="connsiteX2" fmla="*/ 657287 w 914416"/>
                <a:gd name="connsiteY2" fmla="*/ 46104 h 553409"/>
                <a:gd name="connsiteX3" fmla="*/ 914416 w 914416"/>
                <a:gd name="connsiteY3" fmla="*/ 457204 h 553409"/>
                <a:gd name="connsiteX4" fmla="*/ 457216 w 914416"/>
                <a:gd name="connsiteY4" fmla="*/ 457204 h 553409"/>
                <a:gd name="connsiteX5" fmla="*/ 10252 w 914416"/>
                <a:gd name="connsiteY5" fmla="*/ 553409 h 553409"/>
                <a:gd name="connsiteX0" fmla="*/ 10252 w 914416"/>
                <a:gd name="connsiteY0" fmla="*/ 553409 h 553409"/>
                <a:gd name="connsiteX1" fmla="*/ 175119 w 914416"/>
                <a:gd name="connsiteY1" fmla="*/ 97408 h 553409"/>
                <a:gd name="connsiteX2" fmla="*/ 657287 w 914416"/>
                <a:gd name="connsiteY2" fmla="*/ 46104 h 553409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21285 w 2359585"/>
                <a:gd name="connsiteY2" fmla="*/ 722600 h 1229905"/>
                <a:gd name="connsiteX3" fmla="*/ 978414 w 2359585"/>
                <a:gd name="connsiteY3" fmla="*/ 1133700 h 1229905"/>
                <a:gd name="connsiteX4" fmla="*/ 521214 w 2359585"/>
                <a:gd name="connsiteY4" fmla="*/ 1133700 h 1229905"/>
                <a:gd name="connsiteX5" fmla="*/ 74250 w 2359585"/>
                <a:gd name="connsiteY5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21285 w 2359585"/>
                <a:gd name="connsiteY2" fmla="*/ 722600 h 1229905"/>
                <a:gd name="connsiteX3" fmla="*/ 521214 w 2359585"/>
                <a:gd name="connsiteY3" fmla="*/ 1133700 h 1229905"/>
                <a:gd name="connsiteX4" fmla="*/ 74250 w 2359585"/>
                <a:gd name="connsiteY4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521214 w 2359585"/>
                <a:gd name="connsiteY2" fmla="*/ 1133700 h 1229905"/>
                <a:gd name="connsiteX3" fmla="*/ 74250 w 2359585"/>
                <a:gd name="connsiteY3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74250 w 2359585"/>
                <a:gd name="connsiteY2" fmla="*/ 1229905 h 1229905"/>
                <a:gd name="connsiteX0" fmla="*/ 74250 w 2359585"/>
                <a:gd name="connsiteY0" fmla="*/ 1229905 h 1229905"/>
                <a:gd name="connsiteX1" fmla="*/ 239117 w 2359585"/>
                <a:gd name="connsiteY1" fmla="*/ 773904 h 1229905"/>
                <a:gd name="connsiteX2" fmla="*/ 2359585 w 2359585"/>
                <a:gd name="connsiteY2" fmla="*/ 6320 h 1229905"/>
                <a:gd name="connsiteX0" fmla="*/ 6544 w 2291879"/>
                <a:gd name="connsiteY0" fmla="*/ 1269056 h 1269056"/>
                <a:gd name="connsiteX1" fmla="*/ 171411 w 2291879"/>
                <a:gd name="connsiteY1" fmla="*/ 813055 h 1269056"/>
                <a:gd name="connsiteX2" fmla="*/ 6544 w 2291879"/>
                <a:gd name="connsiteY2" fmla="*/ 1269056 h 1269056"/>
                <a:gd name="connsiteX0" fmla="*/ 6544 w 2291879"/>
                <a:gd name="connsiteY0" fmla="*/ 1269056 h 1269056"/>
                <a:gd name="connsiteX1" fmla="*/ 1009611 w 2291879"/>
                <a:gd name="connsiteY1" fmla="*/ 178055 h 1269056"/>
                <a:gd name="connsiteX2" fmla="*/ 2291879 w 2291879"/>
                <a:gd name="connsiteY2" fmla="*/ 45471 h 1269056"/>
                <a:gd name="connsiteX0" fmla="*/ 24299 w 2309634"/>
                <a:gd name="connsiteY0" fmla="*/ 1269386 h 1277006"/>
                <a:gd name="connsiteX1" fmla="*/ 189166 w 2309634"/>
                <a:gd name="connsiteY1" fmla="*/ 813385 h 1277006"/>
                <a:gd name="connsiteX2" fmla="*/ 24299 w 2309634"/>
                <a:gd name="connsiteY2" fmla="*/ 1269386 h 1277006"/>
                <a:gd name="connsiteX0" fmla="*/ 1439 w 2309634"/>
                <a:gd name="connsiteY0" fmla="*/ 1277006 h 1277006"/>
                <a:gd name="connsiteX1" fmla="*/ 1027366 w 2309634"/>
                <a:gd name="connsiteY1" fmla="*/ 178385 h 1277006"/>
                <a:gd name="connsiteX2" fmla="*/ 2309634 w 2309634"/>
                <a:gd name="connsiteY2" fmla="*/ 45801 h 1277006"/>
                <a:gd name="connsiteX0" fmla="*/ 54729 w 2340064"/>
                <a:gd name="connsiteY0" fmla="*/ 1269717 h 1284957"/>
                <a:gd name="connsiteX1" fmla="*/ 219596 w 2340064"/>
                <a:gd name="connsiteY1" fmla="*/ 813716 h 1284957"/>
                <a:gd name="connsiteX2" fmla="*/ 54729 w 2340064"/>
                <a:gd name="connsiteY2" fmla="*/ 1269717 h 1284957"/>
                <a:gd name="connsiteX0" fmla="*/ 1389 w 2340064"/>
                <a:gd name="connsiteY0" fmla="*/ 1284957 h 1284957"/>
                <a:gd name="connsiteX1" fmla="*/ 1057796 w 2340064"/>
                <a:gd name="connsiteY1" fmla="*/ 178716 h 1284957"/>
                <a:gd name="connsiteX2" fmla="*/ 2340064 w 2340064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69717 h 1284957"/>
                <a:gd name="connsiteX1" fmla="*/ 218207 w 2338675"/>
                <a:gd name="connsiteY1" fmla="*/ 813716 h 1284957"/>
                <a:gd name="connsiteX2" fmla="*/ 53340 w 2338675"/>
                <a:gd name="connsiteY2" fmla="*/ 1269717 h 1284957"/>
                <a:gd name="connsiteX0" fmla="*/ 0 w 2338675"/>
                <a:gd name="connsiteY0" fmla="*/ 1284957 h 1284957"/>
                <a:gd name="connsiteX1" fmla="*/ 1056407 w 2338675"/>
                <a:gd name="connsiteY1" fmla="*/ 178716 h 1284957"/>
                <a:gd name="connsiteX2" fmla="*/ 2338675 w 2338675"/>
                <a:gd name="connsiteY2" fmla="*/ 46132 h 1284957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83662 h 1298902"/>
                <a:gd name="connsiteX1" fmla="*/ 218207 w 2338675"/>
                <a:gd name="connsiteY1" fmla="*/ 827661 h 1298902"/>
                <a:gd name="connsiteX2" fmla="*/ 53340 w 2338675"/>
                <a:gd name="connsiteY2" fmla="*/ 1283662 h 1298902"/>
                <a:gd name="connsiteX0" fmla="*/ 0 w 2338675"/>
                <a:gd name="connsiteY0" fmla="*/ 1298902 h 1298902"/>
                <a:gd name="connsiteX1" fmla="*/ 1196107 w 2338675"/>
                <a:gd name="connsiteY1" fmla="*/ 154561 h 1298902"/>
                <a:gd name="connsiteX2" fmla="*/ 2338675 w 2338675"/>
                <a:gd name="connsiteY2" fmla="*/ 60077 h 1298902"/>
                <a:gd name="connsiteX0" fmla="*/ 53340 w 2338675"/>
                <a:gd name="connsiteY0" fmla="*/ 1273375 h 1288615"/>
                <a:gd name="connsiteX1" fmla="*/ 218207 w 2338675"/>
                <a:gd name="connsiteY1" fmla="*/ 817374 h 1288615"/>
                <a:gd name="connsiteX2" fmla="*/ 53340 w 2338675"/>
                <a:gd name="connsiteY2" fmla="*/ 1273375 h 1288615"/>
                <a:gd name="connsiteX0" fmla="*/ 0 w 2338675"/>
                <a:gd name="connsiteY0" fmla="*/ 1288615 h 1288615"/>
                <a:gd name="connsiteX1" fmla="*/ 1196107 w 2338675"/>
                <a:gd name="connsiteY1" fmla="*/ 144274 h 1288615"/>
                <a:gd name="connsiteX2" fmla="*/ 2338675 w 2338675"/>
                <a:gd name="connsiteY2" fmla="*/ 49790 h 1288615"/>
                <a:gd name="connsiteX0" fmla="*/ 53340 w 1196107"/>
                <a:gd name="connsiteY0" fmla="*/ 1129101 h 1144341"/>
                <a:gd name="connsiteX1" fmla="*/ 218207 w 1196107"/>
                <a:gd name="connsiteY1" fmla="*/ 673100 h 1144341"/>
                <a:gd name="connsiteX2" fmla="*/ 53340 w 1196107"/>
                <a:gd name="connsiteY2" fmla="*/ 1129101 h 1144341"/>
                <a:gd name="connsiteX0" fmla="*/ 0 w 1196107"/>
                <a:gd name="connsiteY0" fmla="*/ 1144341 h 1144341"/>
                <a:gd name="connsiteX1" fmla="*/ 1196107 w 1196107"/>
                <a:gd name="connsiteY1" fmla="*/ 0 h 1144341"/>
                <a:gd name="connsiteX0" fmla="*/ 53340 w 1390842"/>
                <a:gd name="connsiteY0" fmla="*/ 1113627 h 1128867"/>
                <a:gd name="connsiteX1" fmla="*/ 218207 w 1390842"/>
                <a:gd name="connsiteY1" fmla="*/ 657626 h 1128867"/>
                <a:gd name="connsiteX2" fmla="*/ 53340 w 1390842"/>
                <a:gd name="connsiteY2" fmla="*/ 1113627 h 1128867"/>
                <a:gd name="connsiteX0" fmla="*/ 0 w 1390842"/>
                <a:gd name="connsiteY0" fmla="*/ 1128867 h 1128867"/>
                <a:gd name="connsiteX1" fmla="*/ 1390842 w 1390842"/>
                <a:gd name="connsiteY1" fmla="*/ 0 h 1128867"/>
                <a:gd name="connsiteX0" fmla="*/ 53340 w 1376237"/>
                <a:gd name="connsiteY0" fmla="*/ 1107825 h 1123065"/>
                <a:gd name="connsiteX1" fmla="*/ 218207 w 1376237"/>
                <a:gd name="connsiteY1" fmla="*/ 651824 h 1123065"/>
                <a:gd name="connsiteX2" fmla="*/ 53340 w 1376237"/>
                <a:gd name="connsiteY2" fmla="*/ 1107825 h 1123065"/>
                <a:gd name="connsiteX0" fmla="*/ 0 w 1376237"/>
                <a:gd name="connsiteY0" fmla="*/ 1123065 h 1123065"/>
                <a:gd name="connsiteX1" fmla="*/ 1376237 w 1376237"/>
                <a:gd name="connsiteY1" fmla="*/ 0 h 1123065"/>
                <a:gd name="connsiteX0" fmla="*/ 53340 w 1376237"/>
                <a:gd name="connsiteY0" fmla="*/ 1109136 h 1124376"/>
                <a:gd name="connsiteX1" fmla="*/ 218207 w 1376237"/>
                <a:gd name="connsiteY1" fmla="*/ 653135 h 1124376"/>
                <a:gd name="connsiteX2" fmla="*/ 53340 w 1376237"/>
                <a:gd name="connsiteY2" fmla="*/ 1109136 h 1124376"/>
                <a:gd name="connsiteX0" fmla="*/ 0 w 1376237"/>
                <a:gd name="connsiteY0" fmla="*/ 1124376 h 1124376"/>
                <a:gd name="connsiteX1" fmla="*/ 1376237 w 1376237"/>
                <a:gd name="connsiteY1" fmla="*/ 1311 h 1124376"/>
                <a:gd name="connsiteX0" fmla="*/ 53340 w 1376237"/>
                <a:gd name="connsiteY0" fmla="*/ 1107825 h 1123065"/>
                <a:gd name="connsiteX1" fmla="*/ 218207 w 1376237"/>
                <a:gd name="connsiteY1" fmla="*/ 651824 h 1123065"/>
                <a:gd name="connsiteX2" fmla="*/ 53340 w 1376237"/>
                <a:gd name="connsiteY2" fmla="*/ 1107825 h 1123065"/>
                <a:gd name="connsiteX0" fmla="*/ 0 w 1376237"/>
                <a:gd name="connsiteY0" fmla="*/ 1123065 h 1123065"/>
                <a:gd name="connsiteX1" fmla="*/ 1376237 w 1376237"/>
                <a:gd name="connsiteY1" fmla="*/ 0 h 1123065"/>
                <a:gd name="connsiteX0" fmla="*/ 53340 w 826344"/>
                <a:gd name="connsiteY0" fmla="*/ 623321 h 638561"/>
                <a:gd name="connsiteX1" fmla="*/ 218207 w 826344"/>
                <a:gd name="connsiteY1" fmla="*/ 167320 h 638561"/>
                <a:gd name="connsiteX2" fmla="*/ 53340 w 826344"/>
                <a:gd name="connsiteY2" fmla="*/ 623321 h 638561"/>
                <a:gd name="connsiteX0" fmla="*/ 0 w 826344"/>
                <a:gd name="connsiteY0" fmla="*/ 638561 h 638561"/>
                <a:gd name="connsiteX1" fmla="*/ 826345 w 826344"/>
                <a:gd name="connsiteY1" fmla="*/ 2156 h 638561"/>
                <a:gd name="connsiteX0" fmla="*/ 53340 w 826344"/>
                <a:gd name="connsiteY0" fmla="*/ 623321 h 638561"/>
                <a:gd name="connsiteX1" fmla="*/ 97626 w 826344"/>
                <a:gd name="connsiteY1" fmla="*/ 239498 h 638561"/>
                <a:gd name="connsiteX2" fmla="*/ 53340 w 826344"/>
                <a:gd name="connsiteY2" fmla="*/ 623321 h 638561"/>
                <a:gd name="connsiteX0" fmla="*/ 0 w 826344"/>
                <a:gd name="connsiteY0" fmla="*/ 638561 h 638561"/>
                <a:gd name="connsiteX1" fmla="*/ 826345 w 826344"/>
                <a:gd name="connsiteY1" fmla="*/ 2156 h 638561"/>
                <a:gd name="connsiteX0" fmla="*/ 108076 w 881080"/>
                <a:gd name="connsiteY0" fmla="*/ 621164 h 636404"/>
                <a:gd name="connsiteX1" fmla="*/ 152362 w 881080"/>
                <a:gd name="connsiteY1" fmla="*/ 237341 h 636404"/>
                <a:gd name="connsiteX2" fmla="*/ 108076 w 881080"/>
                <a:gd name="connsiteY2" fmla="*/ 621164 h 636404"/>
                <a:gd name="connsiteX0" fmla="*/ 54736 w 881080"/>
                <a:gd name="connsiteY0" fmla="*/ 636404 h 636404"/>
                <a:gd name="connsiteX1" fmla="*/ 881081 w 881080"/>
                <a:gd name="connsiteY1" fmla="*/ -1 h 636404"/>
                <a:gd name="connsiteX0" fmla="*/ 108080 w 881084"/>
                <a:gd name="connsiteY0" fmla="*/ 621164 h 636404"/>
                <a:gd name="connsiteX1" fmla="*/ 284771 w 881084"/>
                <a:gd name="connsiteY1" fmla="*/ 506776 h 636404"/>
                <a:gd name="connsiteX2" fmla="*/ 108080 w 881084"/>
                <a:gd name="connsiteY2" fmla="*/ 621164 h 636404"/>
                <a:gd name="connsiteX0" fmla="*/ 54740 w 881084"/>
                <a:gd name="connsiteY0" fmla="*/ 636404 h 636404"/>
                <a:gd name="connsiteX1" fmla="*/ 881085 w 881084"/>
                <a:gd name="connsiteY1" fmla="*/ -1 h 636404"/>
                <a:gd name="connsiteX0" fmla="*/ 118541 w 891545"/>
                <a:gd name="connsiteY0" fmla="*/ 621164 h 721833"/>
                <a:gd name="connsiteX1" fmla="*/ 295232 w 891545"/>
                <a:gd name="connsiteY1" fmla="*/ 506776 h 721833"/>
                <a:gd name="connsiteX2" fmla="*/ 118541 w 891545"/>
                <a:gd name="connsiteY2" fmla="*/ 621164 h 721833"/>
                <a:gd name="connsiteX0" fmla="*/ 54011 w 891545"/>
                <a:gd name="connsiteY0" fmla="*/ 721832 h 721833"/>
                <a:gd name="connsiteX1" fmla="*/ 891546 w 891545"/>
                <a:gd name="connsiteY1" fmla="*/ -1 h 721833"/>
                <a:gd name="connsiteX0" fmla="*/ 121424 w 894428"/>
                <a:gd name="connsiteY0" fmla="*/ 661059 h 761728"/>
                <a:gd name="connsiteX1" fmla="*/ 298115 w 894428"/>
                <a:gd name="connsiteY1" fmla="*/ 546671 h 761728"/>
                <a:gd name="connsiteX2" fmla="*/ 121424 w 894428"/>
                <a:gd name="connsiteY2" fmla="*/ 661059 h 761728"/>
                <a:gd name="connsiteX0" fmla="*/ 56894 w 894428"/>
                <a:gd name="connsiteY0" fmla="*/ 761727 h 761728"/>
                <a:gd name="connsiteX1" fmla="*/ 894429 w 894428"/>
                <a:gd name="connsiteY1" fmla="*/ 39894 h 761728"/>
                <a:gd name="connsiteX0" fmla="*/ 149600 w 922604"/>
                <a:gd name="connsiteY0" fmla="*/ 660232 h 760901"/>
                <a:gd name="connsiteX1" fmla="*/ 326291 w 922604"/>
                <a:gd name="connsiteY1" fmla="*/ 545844 h 760901"/>
                <a:gd name="connsiteX2" fmla="*/ 149600 w 922604"/>
                <a:gd name="connsiteY2" fmla="*/ 660232 h 760901"/>
                <a:gd name="connsiteX0" fmla="*/ 85070 w 922604"/>
                <a:gd name="connsiteY0" fmla="*/ 760900 h 760901"/>
                <a:gd name="connsiteX1" fmla="*/ 922605 w 922604"/>
                <a:gd name="connsiteY1" fmla="*/ 39067 h 760901"/>
                <a:gd name="connsiteX0" fmla="*/ 132107 w 1148767"/>
                <a:gd name="connsiteY0" fmla="*/ 386123 h 486792"/>
                <a:gd name="connsiteX1" fmla="*/ 308798 w 1148767"/>
                <a:gd name="connsiteY1" fmla="*/ 271735 h 486792"/>
                <a:gd name="connsiteX2" fmla="*/ 132107 w 1148767"/>
                <a:gd name="connsiteY2" fmla="*/ 386123 h 486792"/>
                <a:gd name="connsiteX0" fmla="*/ 67577 w 1148767"/>
                <a:gd name="connsiteY0" fmla="*/ 486791 h 486792"/>
                <a:gd name="connsiteX1" fmla="*/ 1148769 w 1148767"/>
                <a:gd name="connsiteY1" fmla="*/ 74160 h 486792"/>
                <a:gd name="connsiteX0" fmla="*/ 129161 w 1145821"/>
                <a:gd name="connsiteY0" fmla="*/ 589620 h 690289"/>
                <a:gd name="connsiteX1" fmla="*/ 305852 w 1145821"/>
                <a:gd name="connsiteY1" fmla="*/ 475232 h 690289"/>
                <a:gd name="connsiteX2" fmla="*/ 129161 w 1145821"/>
                <a:gd name="connsiteY2" fmla="*/ 589620 h 690289"/>
                <a:gd name="connsiteX0" fmla="*/ 64631 w 1145821"/>
                <a:gd name="connsiteY0" fmla="*/ 690288 h 690289"/>
                <a:gd name="connsiteX1" fmla="*/ 1145823 w 1145821"/>
                <a:gd name="connsiteY1" fmla="*/ 277657 h 690289"/>
                <a:gd name="connsiteX0" fmla="*/ 141885 w 956598"/>
                <a:gd name="connsiteY0" fmla="*/ 533788 h 634457"/>
                <a:gd name="connsiteX1" fmla="*/ 318576 w 956598"/>
                <a:gd name="connsiteY1" fmla="*/ 419400 h 634457"/>
                <a:gd name="connsiteX2" fmla="*/ 141885 w 956598"/>
                <a:gd name="connsiteY2" fmla="*/ 533788 h 634457"/>
                <a:gd name="connsiteX0" fmla="*/ 77355 w 956598"/>
                <a:gd name="connsiteY0" fmla="*/ 634456 h 634457"/>
                <a:gd name="connsiteX1" fmla="*/ 956600 w 956598"/>
                <a:gd name="connsiteY1" fmla="*/ 295889 h 634457"/>
                <a:gd name="connsiteX0" fmla="*/ 154345 w 969058"/>
                <a:gd name="connsiteY0" fmla="*/ 494396 h 595065"/>
                <a:gd name="connsiteX1" fmla="*/ 331036 w 969058"/>
                <a:gd name="connsiteY1" fmla="*/ 380008 h 595065"/>
                <a:gd name="connsiteX2" fmla="*/ 154345 w 969058"/>
                <a:gd name="connsiteY2" fmla="*/ 494396 h 595065"/>
                <a:gd name="connsiteX0" fmla="*/ 89815 w 969058"/>
                <a:gd name="connsiteY0" fmla="*/ 595064 h 595065"/>
                <a:gd name="connsiteX1" fmla="*/ 969060 w 969058"/>
                <a:gd name="connsiteY1" fmla="*/ 256497 h 595065"/>
                <a:gd name="connsiteX0" fmla="*/ 153099 w 967812"/>
                <a:gd name="connsiteY0" fmla="*/ 608548 h 709217"/>
                <a:gd name="connsiteX1" fmla="*/ 329790 w 967812"/>
                <a:gd name="connsiteY1" fmla="*/ 494160 h 709217"/>
                <a:gd name="connsiteX2" fmla="*/ 153099 w 967812"/>
                <a:gd name="connsiteY2" fmla="*/ 608548 h 709217"/>
                <a:gd name="connsiteX0" fmla="*/ 88569 w 967812"/>
                <a:gd name="connsiteY0" fmla="*/ 709216 h 709217"/>
                <a:gd name="connsiteX1" fmla="*/ 967814 w 967812"/>
                <a:gd name="connsiteY1" fmla="*/ 370649 h 709217"/>
                <a:gd name="connsiteX0" fmla="*/ 178253 w 992966"/>
                <a:gd name="connsiteY0" fmla="*/ 589456 h 690125"/>
                <a:gd name="connsiteX1" fmla="*/ 354944 w 992966"/>
                <a:gd name="connsiteY1" fmla="*/ 475068 h 690125"/>
                <a:gd name="connsiteX2" fmla="*/ 178253 w 992966"/>
                <a:gd name="connsiteY2" fmla="*/ 589456 h 690125"/>
                <a:gd name="connsiteX0" fmla="*/ 113723 w 992966"/>
                <a:gd name="connsiteY0" fmla="*/ 690124 h 690125"/>
                <a:gd name="connsiteX1" fmla="*/ 992968 w 992966"/>
                <a:gd name="connsiteY1" fmla="*/ 351557 h 690125"/>
                <a:gd name="connsiteX0" fmla="*/ 174774 w 989487"/>
                <a:gd name="connsiteY0" fmla="*/ 640484 h 741153"/>
                <a:gd name="connsiteX1" fmla="*/ 351465 w 989487"/>
                <a:gd name="connsiteY1" fmla="*/ 526096 h 741153"/>
                <a:gd name="connsiteX2" fmla="*/ 174774 w 989487"/>
                <a:gd name="connsiteY2" fmla="*/ 640484 h 741153"/>
                <a:gd name="connsiteX0" fmla="*/ 110244 w 989487"/>
                <a:gd name="connsiteY0" fmla="*/ 741152 h 741153"/>
                <a:gd name="connsiteX1" fmla="*/ 989489 w 989487"/>
                <a:gd name="connsiteY1" fmla="*/ 402585 h 741153"/>
                <a:gd name="connsiteX0" fmla="*/ 299558 w 1114271"/>
                <a:gd name="connsiteY0" fmla="*/ 635213 h 756403"/>
                <a:gd name="connsiteX1" fmla="*/ 476249 w 1114271"/>
                <a:gd name="connsiteY1" fmla="*/ 520825 h 756403"/>
                <a:gd name="connsiteX2" fmla="*/ 299558 w 1114271"/>
                <a:gd name="connsiteY2" fmla="*/ 635213 h 756403"/>
                <a:gd name="connsiteX0" fmla="*/ 93277 w 1114271"/>
                <a:gd name="connsiteY0" fmla="*/ 756404 h 756403"/>
                <a:gd name="connsiteX1" fmla="*/ 1114273 w 1114271"/>
                <a:gd name="connsiteY1" fmla="*/ 397314 h 756403"/>
                <a:gd name="connsiteX0" fmla="*/ 188895 w 1003608"/>
                <a:gd name="connsiteY0" fmla="*/ 592860 h 898809"/>
                <a:gd name="connsiteX1" fmla="*/ 365586 w 1003608"/>
                <a:gd name="connsiteY1" fmla="*/ 478472 h 898809"/>
                <a:gd name="connsiteX2" fmla="*/ 188895 w 1003608"/>
                <a:gd name="connsiteY2" fmla="*/ 592860 h 898809"/>
                <a:gd name="connsiteX0" fmla="*/ 108020 w 1003608"/>
                <a:gd name="connsiteY0" fmla="*/ 898810 h 898809"/>
                <a:gd name="connsiteX1" fmla="*/ 1003610 w 1003608"/>
                <a:gd name="connsiteY1" fmla="*/ 354961 h 898809"/>
                <a:gd name="connsiteX0" fmla="*/ 299103 w 1113816"/>
                <a:gd name="connsiteY0" fmla="*/ 604227 h 910176"/>
                <a:gd name="connsiteX1" fmla="*/ 475794 w 1113816"/>
                <a:gd name="connsiteY1" fmla="*/ 489839 h 910176"/>
                <a:gd name="connsiteX2" fmla="*/ 299103 w 1113816"/>
                <a:gd name="connsiteY2" fmla="*/ 604227 h 910176"/>
                <a:gd name="connsiteX0" fmla="*/ 218228 w 1113816"/>
                <a:gd name="connsiteY0" fmla="*/ 910177 h 910176"/>
                <a:gd name="connsiteX1" fmla="*/ 1113818 w 1113816"/>
                <a:gd name="connsiteY1" fmla="*/ 366328 h 910176"/>
                <a:gd name="connsiteX0" fmla="*/ 310620 w 1060312"/>
                <a:gd name="connsiteY0" fmla="*/ 643289 h 949238"/>
                <a:gd name="connsiteX1" fmla="*/ 487311 w 1060312"/>
                <a:gd name="connsiteY1" fmla="*/ 528901 h 949238"/>
                <a:gd name="connsiteX2" fmla="*/ 310620 w 1060312"/>
                <a:gd name="connsiteY2" fmla="*/ 643289 h 949238"/>
                <a:gd name="connsiteX0" fmla="*/ 229745 w 1060312"/>
                <a:gd name="connsiteY0" fmla="*/ 949239 h 949238"/>
                <a:gd name="connsiteX1" fmla="*/ 1060311 w 1060312"/>
                <a:gd name="connsiteY1" fmla="*/ 355815 h 949238"/>
                <a:gd name="connsiteX0" fmla="*/ 310390 w 1061333"/>
                <a:gd name="connsiteY0" fmla="*/ 585996 h 891945"/>
                <a:gd name="connsiteX1" fmla="*/ 487081 w 1061333"/>
                <a:gd name="connsiteY1" fmla="*/ 471608 h 891945"/>
                <a:gd name="connsiteX2" fmla="*/ 310390 w 1061333"/>
                <a:gd name="connsiteY2" fmla="*/ 585996 h 891945"/>
                <a:gd name="connsiteX0" fmla="*/ 229515 w 1061333"/>
                <a:gd name="connsiteY0" fmla="*/ 891946 h 891945"/>
                <a:gd name="connsiteX1" fmla="*/ 1061333 w 1061333"/>
                <a:gd name="connsiteY1" fmla="*/ 371487 h 891945"/>
                <a:gd name="connsiteX0" fmla="*/ 288353 w 1039296"/>
                <a:gd name="connsiteY0" fmla="*/ 590611 h 876112"/>
                <a:gd name="connsiteX1" fmla="*/ 465044 w 1039296"/>
                <a:gd name="connsiteY1" fmla="*/ 476223 h 876112"/>
                <a:gd name="connsiteX2" fmla="*/ 288353 w 1039296"/>
                <a:gd name="connsiteY2" fmla="*/ 590611 h 876112"/>
                <a:gd name="connsiteX0" fmla="*/ 234632 w 1039296"/>
                <a:gd name="connsiteY0" fmla="*/ 876110 h 876112"/>
                <a:gd name="connsiteX1" fmla="*/ 1039296 w 1039296"/>
                <a:gd name="connsiteY1" fmla="*/ 376102 h 876112"/>
                <a:gd name="connsiteX0" fmla="*/ 136389 w 887332"/>
                <a:gd name="connsiteY0" fmla="*/ 569034 h 854535"/>
                <a:gd name="connsiteX1" fmla="*/ 313080 w 887332"/>
                <a:gd name="connsiteY1" fmla="*/ 454646 h 854535"/>
                <a:gd name="connsiteX2" fmla="*/ 136389 w 887332"/>
                <a:gd name="connsiteY2" fmla="*/ 569034 h 854535"/>
                <a:gd name="connsiteX0" fmla="*/ 82668 w 887332"/>
                <a:gd name="connsiteY0" fmla="*/ 854533 h 854535"/>
                <a:gd name="connsiteX1" fmla="*/ 887332 w 887332"/>
                <a:gd name="connsiteY1" fmla="*/ 354525 h 854535"/>
                <a:gd name="connsiteX0" fmla="*/ 123992 w 874935"/>
                <a:gd name="connsiteY0" fmla="*/ 561896 h 847397"/>
                <a:gd name="connsiteX1" fmla="*/ 300683 w 874935"/>
                <a:gd name="connsiteY1" fmla="*/ 447508 h 847397"/>
                <a:gd name="connsiteX2" fmla="*/ 123992 w 874935"/>
                <a:gd name="connsiteY2" fmla="*/ 561896 h 847397"/>
                <a:gd name="connsiteX0" fmla="*/ 70271 w 874935"/>
                <a:gd name="connsiteY0" fmla="*/ 847395 h 847397"/>
                <a:gd name="connsiteX1" fmla="*/ 874935 w 874935"/>
                <a:gd name="connsiteY1" fmla="*/ 347387 h 847397"/>
                <a:gd name="connsiteX0" fmla="*/ 104161 w 855104"/>
                <a:gd name="connsiteY0" fmla="*/ 610846 h 896347"/>
                <a:gd name="connsiteX1" fmla="*/ 280852 w 855104"/>
                <a:gd name="connsiteY1" fmla="*/ 496458 h 896347"/>
                <a:gd name="connsiteX2" fmla="*/ 104161 w 855104"/>
                <a:gd name="connsiteY2" fmla="*/ 610846 h 896347"/>
                <a:gd name="connsiteX0" fmla="*/ 50440 w 855104"/>
                <a:gd name="connsiteY0" fmla="*/ 896345 h 896347"/>
                <a:gd name="connsiteX1" fmla="*/ 855104 w 855104"/>
                <a:gd name="connsiteY1" fmla="*/ 396337 h 896347"/>
                <a:gd name="connsiteX0" fmla="*/ 53721 w 804664"/>
                <a:gd name="connsiteY0" fmla="*/ 574243 h 859744"/>
                <a:gd name="connsiteX1" fmla="*/ 230412 w 804664"/>
                <a:gd name="connsiteY1" fmla="*/ 459855 h 859744"/>
                <a:gd name="connsiteX2" fmla="*/ 53721 w 804664"/>
                <a:gd name="connsiteY2" fmla="*/ 574243 h 859744"/>
                <a:gd name="connsiteX0" fmla="*/ 0 w 804664"/>
                <a:gd name="connsiteY0" fmla="*/ 859742 h 859744"/>
                <a:gd name="connsiteX1" fmla="*/ 804664 w 804664"/>
                <a:gd name="connsiteY1" fmla="*/ 359734 h 859744"/>
                <a:gd name="connsiteX0" fmla="*/ 6090 w 757033"/>
                <a:gd name="connsiteY0" fmla="*/ 611288 h 737354"/>
                <a:gd name="connsiteX1" fmla="*/ 182781 w 757033"/>
                <a:gd name="connsiteY1" fmla="*/ 496900 h 737354"/>
                <a:gd name="connsiteX2" fmla="*/ 6090 w 757033"/>
                <a:gd name="connsiteY2" fmla="*/ 611288 h 737354"/>
                <a:gd name="connsiteX0" fmla="*/ 92338 w 757033"/>
                <a:gd name="connsiteY0" fmla="*/ 737354 h 737354"/>
                <a:gd name="connsiteX1" fmla="*/ 757033 w 757033"/>
                <a:gd name="connsiteY1" fmla="*/ 396779 h 737354"/>
                <a:gd name="connsiteX0" fmla="*/ 6090 w 757033"/>
                <a:gd name="connsiteY0" fmla="*/ 599621 h 725687"/>
                <a:gd name="connsiteX1" fmla="*/ 182781 w 757033"/>
                <a:gd name="connsiteY1" fmla="*/ 485233 h 725687"/>
                <a:gd name="connsiteX2" fmla="*/ 6090 w 757033"/>
                <a:gd name="connsiteY2" fmla="*/ 599621 h 725687"/>
                <a:gd name="connsiteX0" fmla="*/ 92338 w 757033"/>
                <a:gd name="connsiteY0" fmla="*/ 725687 h 725687"/>
                <a:gd name="connsiteX1" fmla="*/ 757033 w 757033"/>
                <a:gd name="connsiteY1" fmla="*/ 385112 h 725687"/>
                <a:gd name="connsiteX0" fmla="*/ 6090 w 757033"/>
                <a:gd name="connsiteY0" fmla="*/ 637769 h 763835"/>
                <a:gd name="connsiteX1" fmla="*/ 182781 w 757033"/>
                <a:gd name="connsiteY1" fmla="*/ 523381 h 763835"/>
                <a:gd name="connsiteX2" fmla="*/ 6090 w 757033"/>
                <a:gd name="connsiteY2" fmla="*/ 637769 h 763835"/>
                <a:gd name="connsiteX0" fmla="*/ 92338 w 757033"/>
                <a:gd name="connsiteY0" fmla="*/ 763835 h 763835"/>
                <a:gd name="connsiteX1" fmla="*/ 757033 w 757033"/>
                <a:gd name="connsiteY1" fmla="*/ 423260 h 763835"/>
                <a:gd name="connsiteX0" fmla="*/ 6090 w 757033"/>
                <a:gd name="connsiteY0" fmla="*/ 690193 h 690191"/>
                <a:gd name="connsiteX1" fmla="*/ 182781 w 757033"/>
                <a:gd name="connsiteY1" fmla="*/ 575805 h 690191"/>
                <a:gd name="connsiteX2" fmla="*/ 6090 w 757033"/>
                <a:gd name="connsiteY2" fmla="*/ 690193 h 690191"/>
                <a:gd name="connsiteX0" fmla="*/ 85308 w 757033"/>
                <a:gd name="connsiteY0" fmla="*/ 622768 h 690191"/>
                <a:gd name="connsiteX1" fmla="*/ 757033 w 757033"/>
                <a:gd name="connsiteY1" fmla="*/ 475684 h 690191"/>
                <a:gd name="connsiteX0" fmla="*/ 6090 w 757033"/>
                <a:gd name="connsiteY0" fmla="*/ 690193 h 690191"/>
                <a:gd name="connsiteX1" fmla="*/ 182781 w 757033"/>
                <a:gd name="connsiteY1" fmla="*/ 575805 h 690191"/>
                <a:gd name="connsiteX2" fmla="*/ 6090 w 757033"/>
                <a:gd name="connsiteY2" fmla="*/ 690193 h 690191"/>
                <a:gd name="connsiteX0" fmla="*/ 85308 w 757033"/>
                <a:gd name="connsiteY0" fmla="*/ 622768 h 690191"/>
                <a:gd name="connsiteX1" fmla="*/ 757033 w 757033"/>
                <a:gd name="connsiteY1" fmla="*/ 475684 h 690191"/>
                <a:gd name="connsiteX0" fmla="*/ 33573 w 784516"/>
                <a:gd name="connsiteY0" fmla="*/ 669260 h 674255"/>
                <a:gd name="connsiteX1" fmla="*/ 210264 w 784516"/>
                <a:gd name="connsiteY1" fmla="*/ 554872 h 674255"/>
                <a:gd name="connsiteX2" fmla="*/ 33573 w 784516"/>
                <a:gd name="connsiteY2" fmla="*/ 669260 h 674255"/>
                <a:gd name="connsiteX0" fmla="*/ 47494 w 784516"/>
                <a:gd name="connsiteY0" fmla="*/ 674254 h 674255"/>
                <a:gd name="connsiteX1" fmla="*/ 784516 w 784516"/>
                <a:gd name="connsiteY1" fmla="*/ 454751 h 674255"/>
                <a:gd name="connsiteX0" fmla="*/ 6090 w 757033"/>
                <a:gd name="connsiteY0" fmla="*/ 668660 h 675818"/>
                <a:gd name="connsiteX1" fmla="*/ 182781 w 757033"/>
                <a:gd name="connsiteY1" fmla="*/ 554272 h 675818"/>
                <a:gd name="connsiteX2" fmla="*/ 6090 w 757033"/>
                <a:gd name="connsiteY2" fmla="*/ 668660 h 675818"/>
                <a:gd name="connsiteX0" fmla="*/ 93677 w 757033"/>
                <a:gd name="connsiteY0" fmla="*/ 675816 h 675818"/>
                <a:gd name="connsiteX1" fmla="*/ 757033 w 757033"/>
                <a:gd name="connsiteY1" fmla="*/ 454151 h 675818"/>
                <a:gd name="connsiteX0" fmla="*/ 6090 w 757033"/>
                <a:gd name="connsiteY0" fmla="*/ 619701 h 626859"/>
                <a:gd name="connsiteX1" fmla="*/ 182781 w 757033"/>
                <a:gd name="connsiteY1" fmla="*/ 505313 h 626859"/>
                <a:gd name="connsiteX2" fmla="*/ 6090 w 757033"/>
                <a:gd name="connsiteY2" fmla="*/ 619701 h 626859"/>
                <a:gd name="connsiteX0" fmla="*/ 93677 w 757033"/>
                <a:gd name="connsiteY0" fmla="*/ 626857 h 626859"/>
                <a:gd name="connsiteX1" fmla="*/ 757033 w 757033"/>
                <a:gd name="connsiteY1" fmla="*/ 405192 h 626859"/>
                <a:gd name="connsiteX0" fmla="*/ 6090 w 757033"/>
                <a:gd name="connsiteY0" fmla="*/ 690609 h 697767"/>
                <a:gd name="connsiteX1" fmla="*/ 182781 w 757033"/>
                <a:gd name="connsiteY1" fmla="*/ 576221 h 697767"/>
                <a:gd name="connsiteX2" fmla="*/ 6090 w 757033"/>
                <a:gd name="connsiteY2" fmla="*/ 690609 h 697767"/>
                <a:gd name="connsiteX0" fmla="*/ 93677 w 757033"/>
                <a:gd name="connsiteY0" fmla="*/ 697765 h 697767"/>
                <a:gd name="connsiteX1" fmla="*/ 757033 w 757033"/>
                <a:gd name="connsiteY1" fmla="*/ 476100 h 697767"/>
                <a:gd name="connsiteX0" fmla="*/ 6090 w 757033"/>
                <a:gd name="connsiteY0" fmla="*/ 690609 h 697767"/>
                <a:gd name="connsiteX1" fmla="*/ 182781 w 757033"/>
                <a:gd name="connsiteY1" fmla="*/ 576221 h 697767"/>
                <a:gd name="connsiteX2" fmla="*/ 6090 w 757033"/>
                <a:gd name="connsiteY2" fmla="*/ 690609 h 697767"/>
                <a:gd name="connsiteX0" fmla="*/ 93677 w 757033"/>
                <a:gd name="connsiteY0" fmla="*/ 697765 h 697767"/>
                <a:gd name="connsiteX1" fmla="*/ 757033 w 757033"/>
                <a:gd name="connsiteY1" fmla="*/ 476100 h 697767"/>
                <a:gd name="connsiteX0" fmla="*/ 6090 w 757033"/>
                <a:gd name="connsiteY0" fmla="*/ 688106 h 695264"/>
                <a:gd name="connsiteX1" fmla="*/ 182781 w 757033"/>
                <a:gd name="connsiteY1" fmla="*/ 573718 h 695264"/>
                <a:gd name="connsiteX2" fmla="*/ 6090 w 757033"/>
                <a:gd name="connsiteY2" fmla="*/ 688106 h 695264"/>
                <a:gd name="connsiteX0" fmla="*/ 93677 w 757033"/>
                <a:gd name="connsiteY0" fmla="*/ 695262 h 695264"/>
                <a:gd name="connsiteX1" fmla="*/ 757033 w 757033"/>
                <a:gd name="connsiteY1" fmla="*/ 473597 h 695264"/>
                <a:gd name="connsiteX0" fmla="*/ 6090 w 757033"/>
                <a:gd name="connsiteY0" fmla="*/ 715079 h 722237"/>
                <a:gd name="connsiteX1" fmla="*/ 182781 w 757033"/>
                <a:gd name="connsiteY1" fmla="*/ 600691 h 722237"/>
                <a:gd name="connsiteX2" fmla="*/ 6090 w 757033"/>
                <a:gd name="connsiteY2" fmla="*/ 715079 h 722237"/>
                <a:gd name="connsiteX0" fmla="*/ 93677 w 757033"/>
                <a:gd name="connsiteY0" fmla="*/ 722235 h 722237"/>
                <a:gd name="connsiteX1" fmla="*/ 757033 w 757033"/>
                <a:gd name="connsiteY1" fmla="*/ 500570 h 722237"/>
                <a:gd name="connsiteX0" fmla="*/ 6090 w 757033"/>
                <a:gd name="connsiteY0" fmla="*/ 836133 h 843291"/>
                <a:gd name="connsiteX1" fmla="*/ 182781 w 757033"/>
                <a:gd name="connsiteY1" fmla="*/ 721745 h 843291"/>
                <a:gd name="connsiteX2" fmla="*/ 6090 w 757033"/>
                <a:gd name="connsiteY2" fmla="*/ 836133 h 843291"/>
                <a:gd name="connsiteX0" fmla="*/ 93677 w 757033"/>
                <a:gd name="connsiteY0" fmla="*/ 843289 h 843291"/>
                <a:gd name="connsiteX1" fmla="*/ 757033 w 757033"/>
                <a:gd name="connsiteY1" fmla="*/ 621624 h 843291"/>
                <a:gd name="connsiteX0" fmla="*/ 6090 w 757033"/>
                <a:gd name="connsiteY0" fmla="*/ 797296 h 804454"/>
                <a:gd name="connsiteX1" fmla="*/ 182781 w 757033"/>
                <a:gd name="connsiteY1" fmla="*/ 682908 h 804454"/>
                <a:gd name="connsiteX2" fmla="*/ 6090 w 757033"/>
                <a:gd name="connsiteY2" fmla="*/ 797296 h 804454"/>
                <a:gd name="connsiteX0" fmla="*/ 93677 w 757033"/>
                <a:gd name="connsiteY0" fmla="*/ 804452 h 804454"/>
                <a:gd name="connsiteX1" fmla="*/ 757033 w 757033"/>
                <a:gd name="connsiteY1" fmla="*/ 582787 h 804454"/>
                <a:gd name="connsiteX0" fmla="*/ 6090 w 656213"/>
                <a:gd name="connsiteY0" fmla="*/ 486261 h 723664"/>
                <a:gd name="connsiteX1" fmla="*/ 182781 w 656213"/>
                <a:gd name="connsiteY1" fmla="*/ 371873 h 723664"/>
                <a:gd name="connsiteX2" fmla="*/ 6090 w 656213"/>
                <a:gd name="connsiteY2" fmla="*/ 486261 h 723664"/>
                <a:gd name="connsiteX0" fmla="*/ 93677 w 656213"/>
                <a:gd name="connsiteY0" fmla="*/ 493417 h 723664"/>
                <a:gd name="connsiteX1" fmla="*/ 656213 w 656213"/>
                <a:gd name="connsiteY1" fmla="*/ 723663 h 723664"/>
                <a:gd name="connsiteX0" fmla="*/ 6090 w 656213"/>
                <a:gd name="connsiteY0" fmla="*/ 594714 h 832117"/>
                <a:gd name="connsiteX1" fmla="*/ 182781 w 656213"/>
                <a:gd name="connsiteY1" fmla="*/ 480326 h 832117"/>
                <a:gd name="connsiteX2" fmla="*/ 6090 w 656213"/>
                <a:gd name="connsiteY2" fmla="*/ 594714 h 832117"/>
                <a:gd name="connsiteX0" fmla="*/ 93677 w 656213"/>
                <a:gd name="connsiteY0" fmla="*/ 601870 h 832117"/>
                <a:gd name="connsiteX1" fmla="*/ 656213 w 656213"/>
                <a:gd name="connsiteY1" fmla="*/ 832116 h 832117"/>
                <a:gd name="connsiteX0" fmla="*/ 6090 w 656213"/>
                <a:gd name="connsiteY0" fmla="*/ 654395 h 891798"/>
                <a:gd name="connsiteX1" fmla="*/ 182781 w 656213"/>
                <a:gd name="connsiteY1" fmla="*/ 540007 h 891798"/>
                <a:gd name="connsiteX2" fmla="*/ 6090 w 656213"/>
                <a:gd name="connsiteY2" fmla="*/ 654395 h 891798"/>
                <a:gd name="connsiteX0" fmla="*/ 93677 w 656213"/>
                <a:gd name="connsiteY0" fmla="*/ 661551 h 891798"/>
                <a:gd name="connsiteX1" fmla="*/ 656213 w 656213"/>
                <a:gd name="connsiteY1" fmla="*/ 891797 h 891798"/>
                <a:gd name="connsiteX0" fmla="*/ 6090 w 656213"/>
                <a:gd name="connsiteY0" fmla="*/ 600709 h 838112"/>
                <a:gd name="connsiteX1" fmla="*/ 182781 w 656213"/>
                <a:gd name="connsiteY1" fmla="*/ 486321 h 838112"/>
                <a:gd name="connsiteX2" fmla="*/ 6090 w 656213"/>
                <a:gd name="connsiteY2" fmla="*/ 600709 h 838112"/>
                <a:gd name="connsiteX0" fmla="*/ 93677 w 656213"/>
                <a:gd name="connsiteY0" fmla="*/ 607865 h 838112"/>
                <a:gd name="connsiteX1" fmla="*/ 656213 w 656213"/>
                <a:gd name="connsiteY1" fmla="*/ 838111 h 838112"/>
                <a:gd name="connsiteX0" fmla="*/ 6090 w 656213"/>
                <a:gd name="connsiteY0" fmla="*/ 607215 h 844618"/>
                <a:gd name="connsiteX1" fmla="*/ 182781 w 656213"/>
                <a:gd name="connsiteY1" fmla="*/ 492827 h 844618"/>
                <a:gd name="connsiteX2" fmla="*/ 6090 w 656213"/>
                <a:gd name="connsiteY2" fmla="*/ 607215 h 844618"/>
                <a:gd name="connsiteX0" fmla="*/ 93677 w 656213"/>
                <a:gd name="connsiteY0" fmla="*/ 614371 h 844618"/>
                <a:gd name="connsiteX1" fmla="*/ 656213 w 656213"/>
                <a:gd name="connsiteY1" fmla="*/ 844617 h 844618"/>
                <a:gd name="connsiteX0" fmla="*/ 6090 w 656213"/>
                <a:gd name="connsiteY0" fmla="*/ 515685 h 753088"/>
                <a:gd name="connsiteX1" fmla="*/ 182781 w 656213"/>
                <a:gd name="connsiteY1" fmla="*/ 401297 h 753088"/>
                <a:gd name="connsiteX2" fmla="*/ 6090 w 656213"/>
                <a:gd name="connsiteY2" fmla="*/ 515685 h 753088"/>
                <a:gd name="connsiteX0" fmla="*/ 93677 w 656213"/>
                <a:gd name="connsiteY0" fmla="*/ 522841 h 753088"/>
                <a:gd name="connsiteX1" fmla="*/ 656213 w 656213"/>
                <a:gd name="connsiteY1" fmla="*/ 753087 h 753088"/>
                <a:gd name="connsiteX0" fmla="*/ 6090 w 659432"/>
                <a:gd name="connsiteY0" fmla="*/ 541366 h 778769"/>
                <a:gd name="connsiteX1" fmla="*/ 182781 w 659432"/>
                <a:gd name="connsiteY1" fmla="*/ 426978 h 778769"/>
                <a:gd name="connsiteX2" fmla="*/ 6090 w 659432"/>
                <a:gd name="connsiteY2" fmla="*/ 541366 h 778769"/>
                <a:gd name="connsiteX0" fmla="*/ 93677 w 659432"/>
                <a:gd name="connsiteY0" fmla="*/ 548522 h 778769"/>
                <a:gd name="connsiteX1" fmla="*/ 656213 w 659432"/>
                <a:gd name="connsiteY1" fmla="*/ 778768 h 778769"/>
                <a:gd name="connsiteX0" fmla="*/ 6090 w 656213"/>
                <a:gd name="connsiteY0" fmla="*/ 521593 h 758996"/>
                <a:gd name="connsiteX1" fmla="*/ 182781 w 656213"/>
                <a:gd name="connsiteY1" fmla="*/ 407205 h 758996"/>
                <a:gd name="connsiteX2" fmla="*/ 6090 w 656213"/>
                <a:gd name="connsiteY2" fmla="*/ 521593 h 758996"/>
                <a:gd name="connsiteX0" fmla="*/ 93677 w 656213"/>
                <a:gd name="connsiteY0" fmla="*/ 528749 h 758996"/>
                <a:gd name="connsiteX1" fmla="*/ 656213 w 656213"/>
                <a:gd name="connsiteY1" fmla="*/ 758995 h 758996"/>
                <a:gd name="connsiteX0" fmla="*/ 6090 w 692716"/>
                <a:gd name="connsiteY0" fmla="*/ 556524 h 738128"/>
                <a:gd name="connsiteX1" fmla="*/ 182781 w 692716"/>
                <a:gd name="connsiteY1" fmla="*/ 442136 h 738128"/>
                <a:gd name="connsiteX2" fmla="*/ 6090 w 692716"/>
                <a:gd name="connsiteY2" fmla="*/ 556524 h 738128"/>
                <a:gd name="connsiteX0" fmla="*/ 93677 w 692716"/>
                <a:gd name="connsiteY0" fmla="*/ 563680 h 738128"/>
                <a:gd name="connsiteX1" fmla="*/ 692716 w 692716"/>
                <a:gd name="connsiteY1" fmla="*/ 738126 h 738128"/>
                <a:gd name="connsiteX0" fmla="*/ 6090 w 692716"/>
                <a:gd name="connsiteY0" fmla="*/ 546912 h 728516"/>
                <a:gd name="connsiteX1" fmla="*/ 182781 w 692716"/>
                <a:gd name="connsiteY1" fmla="*/ 432524 h 728516"/>
                <a:gd name="connsiteX2" fmla="*/ 6090 w 692716"/>
                <a:gd name="connsiteY2" fmla="*/ 546912 h 728516"/>
                <a:gd name="connsiteX0" fmla="*/ 93677 w 692716"/>
                <a:gd name="connsiteY0" fmla="*/ 554068 h 728516"/>
                <a:gd name="connsiteX1" fmla="*/ 692716 w 692716"/>
                <a:gd name="connsiteY1" fmla="*/ 728514 h 728516"/>
                <a:gd name="connsiteX0" fmla="*/ 6090 w 692716"/>
                <a:gd name="connsiteY0" fmla="*/ 529912 h 711516"/>
                <a:gd name="connsiteX1" fmla="*/ 182781 w 692716"/>
                <a:gd name="connsiteY1" fmla="*/ 415524 h 711516"/>
                <a:gd name="connsiteX2" fmla="*/ 6090 w 692716"/>
                <a:gd name="connsiteY2" fmla="*/ 529912 h 711516"/>
                <a:gd name="connsiteX0" fmla="*/ 93677 w 692716"/>
                <a:gd name="connsiteY0" fmla="*/ 537068 h 711516"/>
                <a:gd name="connsiteX1" fmla="*/ 692716 w 692716"/>
                <a:gd name="connsiteY1" fmla="*/ 711514 h 711516"/>
                <a:gd name="connsiteX0" fmla="*/ 6090 w 692716"/>
                <a:gd name="connsiteY0" fmla="*/ 550973 h 732577"/>
                <a:gd name="connsiteX1" fmla="*/ 182781 w 692716"/>
                <a:gd name="connsiteY1" fmla="*/ 436585 h 732577"/>
                <a:gd name="connsiteX2" fmla="*/ 6090 w 692716"/>
                <a:gd name="connsiteY2" fmla="*/ 550973 h 732577"/>
                <a:gd name="connsiteX0" fmla="*/ 58479 w 692716"/>
                <a:gd name="connsiteY0" fmla="*/ 500264 h 732577"/>
                <a:gd name="connsiteX1" fmla="*/ 692716 w 692716"/>
                <a:gd name="connsiteY1" fmla="*/ 732575 h 732577"/>
                <a:gd name="connsiteX0" fmla="*/ 6090 w 692716"/>
                <a:gd name="connsiteY0" fmla="*/ 557522 h 739126"/>
                <a:gd name="connsiteX1" fmla="*/ 182781 w 692716"/>
                <a:gd name="connsiteY1" fmla="*/ 443134 h 739126"/>
                <a:gd name="connsiteX2" fmla="*/ 6090 w 692716"/>
                <a:gd name="connsiteY2" fmla="*/ 557522 h 739126"/>
                <a:gd name="connsiteX0" fmla="*/ 58479 w 692716"/>
                <a:gd name="connsiteY0" fmla="*/ 506813 h 739126"/>
                <a:gd name="connsiteX1" fmla="*/ 692716 w 692716"/>
                <a:gd name="connsiteY1" fmla="*/ 739124 h 739126"/>
                <a:gd name="connsiteX0" fmla="*/ 6090 w 692716"/>
                <a:gd name="connsiteY0" fmla="*/ 473284 h 654888"/>
                <a:gd name="connsiteX1" fmla="*/ 182781 w 692716"/>
                <a:gd name="connsiteY1" fmla="*/ 358896 h 654888"/>
                <a:gd name="connsiteX2" fmla="*/ 6090 w 692716"/>
                <a:gd name="connsiteY2" fmla="*/ 473284 h 654888"/>
                <a:gd name="connsiteX0" fmla="*/ 58479 w 692716"/>
                <a:gd name="connsiteY0" fmla="*/ 422575 h 654888"/>
                <a:gd name="connsiteX1" fmla="*/ 692716 w 692716"/>
                <a:gd name="connsiteY1" fmla="*/ 654886 h 654888"/>
                <a:gd name="connsiteX0" fmla="*/ 6090 w 724001"/>
                <a:gd name="connsiteY0" fmla="*/ 502283 h 636055"/>
                <a:gd name="connsiteX1" fmla="*/ 182781 w 724001"/>
                <a:gd name="connsiteY1" fmla="*/ 387895 h 636055"/>
                <a:gd name="connsiteX2" fmla="*/ 6090 w 724001"/>
                <a:gd name="connsiteY2" fmla="*/ 502283 h 636055"/>
                <a:gd name="connsiteX0" fmla="*/ 58479 w 724001"/>
                <a:gd name="connsiteY0" fmla="*/ 451574 h 636055"/>
                <a:gd name="connsiteX1" fmla="*/ 724003 w 724001"/>
                <a:gd name="connsiteY1" fmla="*/ 636057 h 636055"/>
                <a:gd name="connsiteX0" fmla="*/ 6090 w 724004"/>
                <a:gd name="connsiteY0" fmla="*/ 448086 h 581858"/>
                <a:gd name="connsiteX1" fmla="*/ 182781 w 724004"/>
                <a:gd name="connsiteY1" fmla="*/ 333698 h 581858"/>
                <a:gd name="connsiteX2" fmla="*/ 6090 w 724004"/>
                <a:gd name="connsiteY2" fmla="*/ 448086 h 581858"/>
                <a:gd name="connsiteX0" fmla="*/ 58479 w 724004"/>
                <a:gd name="connsiteY0" fmla="*/ 397377 h 581858"/>
                <a:gd name="connsiteX1" fmla="*/ 724003 w 724004"/>
                <a:gd name="connsiteY1" fmla="*/ 581860 h 581858"/>
                <a:gd name="connsiteX0" fmla="*/ 6090 w 724004"/>
                <a:gd name="connsiteY0" fmla="*/ 440973 h 574745"/>
                <a:gd name="connsiteX1" fmla="*/ 182781 w 724004"/>
                <a:gd name="connsiteY1" fmla="*/ 326585 h 574745"/>
                <a:gd name="connsiteX2" fmla="*/ 6090 w 724004"/>
                <a:gd name="connsiteY2" fmla="*/ 440973 h 574745"/>
                <a:gd name="connsiteX0" fmla="*/ 58479 w 724004"/>
                <a:gd name="connsiteY0" fmla="*/ 390264 h 574745"/>
                <a:gd name="connsiteX1" fmla="*/ 724003 w 724004"/>
                <a:gd name="connsiteY1" fmla="*/ 574747 h 574745"/>
                <a:gd name="connsiteX0" fmla="*/ 6090 w 724004"/>
                <a:gd name="connsiteY0" fmla="*/ 474035 h 607807"/>
                <a:gd name="connsiteX1" fmla="*/ 182781 w 724004"/>
                <a:gd name="connsiteY1" fmla="*/ 359647 h 607807"/>
                <a:gd name="connsiteX2" fmla="*/ 6090 w 724004"/>
                <a:gd name="connsiteY2" fmla="*/ 474035 h 607807"/>
                <a:gd name="connsiteX0" fmla="*/ 58479 w 724004"/>
                <a:gd name="connsiteY0" fmla="*/ 423326 h 607807"/>
                <a:gd name="connsiteX1" fmla="*/ 724003 w 724004"/>
                <a:gd name="connsiteY1" fmla="*/ 607809 h 607807"/>
                <a:gd name="connsiteX0" fmla="*/ 6090 w 724004"/>
                <a:gd name="connsiteY0" fmla="*/ 524473 h 658245"/>
                <a:gd name="connsiteX1" fmla="*/ 182781 w 724004"/>
                <a:gd name="connsiteY1" fmla="*/ 410085 h 658245"/>
                <a:gd name="connsiteX2" fmla="*/ 6090 w 724004"/>
                <a:gd name="connsiteY2" fmla="*/ 524473 h 658245"/>
                <a:gd name="connsiteX0" fmla="*/ 58479 w 724004"/>
                <a:gd name="connsiteY0" fmla="*/ 473764 h 658245"/>
                <a:gd name="connsiteX1" fmla="*/ 724003 w 724004"/>
                <a:gd name="connsiteY1" fmla="*/ 658247 h 658245"/>
                <a:gd name="connsiteX0" fmla="*/ 6090 w 724746"/>
                <a:gd name="connsiteY0" fmla="*/ 476750 h 610522"/>
                <a:gd name="connsiteX1" fmla="*/ 182781 w 724746"/>
                <a:gd name="connsiteY1" fmla="*/ 362362 h 610522"/>
                <a:gd name="connsiteX2" fmla="*/ 6090 w 724746"/>
                <a:gd name="connsiteY2" fmla="*/ 476750 h 610522"/>
                <a:gd name="connsiteX0" fmla="*/ 58479 w 724746"/>
                <a:gd name="connsiteY0" fmla="*/ 426041 h 610522"/>
                <a:gd name="connsiteX1" fmla="*/ 724003 w 724746"/>
                <a:gd name="connsiteY1" fmla="*/ 610524 h 610522"/>
                <a:gd name="connsiteX0" fmla="*/ 6090 w 724004"/>
                <a:gd name="connsiteY0" fmla="*/ 502053 h 635825"/>
                <a:gd name="connsiteX1" fmla="*/ 182781 w 724004"/>
                <a:gd name="connsiteY1" fmla="*/ 387665 h 635825"/>
                <a:gd name="connsiteX2" fmla="*/ 6090 w 724004"/>
                <a:gd name="connsiteY2" fmla="*/ 502053 h 635825"/>
                <a:gd name="connsiteX0" fmla="*/ 58479 w 724004"/>
                <a:gd name="connsiteY0" fmla="*/ 451344 h 635825"/>
                <a:gd name="connsiteX1" fmla="*/ 724003 w 724004"/>
                <a:gd name="connsiteY1" fmla="*/ 635827 h 635825"/>
                <a:gd name="connsiteX0" fmla="*/ 6090 w 724004"/>
                <a:gd name="connsiteY0" fmla="*/ 482810 h 616582"/>
                <a:gd name="connsiteX1" fmla="*/ 182781 w 724004"/>
                <a:gd name="connsiteY1" fmla="*/ 368422 h 616582"/>
                <a:gd name="connsiteX2" fmla="*/ 6090 w 724004"/>
                <a:gd name="connsiteY2" fmla="*/ 482810 h 616582"/>
                <a:gd name="connsiteX0" fmla="*/ 58479 w 724004"/>
                <a:gd name="connsiteY0" fmla="*/ 432101 h 616582"/>
                <a:gd name="connsiteX1" fmla="*/ 724003 w 724004"/>
                <a:gd name="connsiteY1" fmla="*/ 616584 h 616582"/>
                <a:gd name="connsiteX0" fmla="*/ 6090 w 712230"/>
                <a:gd name="connsiteY0" fmla="*/ 462820 h 631672"/>
                <a:gd name="connsiteX1" fmla="*/ 182781 w 712230"/>
                <a:gd name="connsiteY1" fmla="*/ 348432 h 631672"/>
                <a:gd name="connsiteX2" fmla="*/ 6090 w 712230"/>
                <a:gd name="connsiteY2" fmla="*/ 462820 h 631672"/>
                <a:gd name="connsiteX0" fmla="*/ 58479 w 712230"/>
                <a:gd name="connsiteY0" fmla="*/ 412111 h 631672"/>
                <a:gd name="connsiteX1" fmla="*/ 712229 w 712230"/>
                <a:gd name="connsiteY1" fmla="*/ 631671 h 631672"/>
                <a:gd name="connsiteX0" fmla="*/ 6090 w 712229"/>
                <a:gd name="connsiteY0" fmla="*/ 273957 h 806325"/>
                <a:gd name="connsiteX1" fmla="*/ 182781 w 712229"/>
                <a:gd name="connsiteY1" fmla="*/ 159569 h 806325"/>
                <a:gd name="connsiteX2" fmla="*/ 6090 w 712229"/>
                <a:gd name="connsiteY2" fmla="*/ 273957 h 806325"/>
                <a:gd name="connsiteX0" fmla="*/ 30440 w 712229"/>
                <a:gd name="connsiteY0" fmla="*/ 806325 h 806325"/>
                <a:gd name="connsiteX1" fmla="*/ 712229 w 712229"/>
                <a:gd name="connsiteY1" fmla="*/ 442808 h 806325"/>
                <a:gd name="connsiteX0" fmla="*/ 6090 w 712229"/>
                <a:gd name="connsiteY0" fmla="*/ 429636 h 962004"/>
                <a:gd name="connsiteX1" fmla="*/ 182781 w 712229"/>
                <a:gd name="connsiteY1" fmla="*/ 315248 h 962004"/>
                <a:gd name="connsiteX2" fmla="*/ 6090 w 712229"/>
                <a:gd name="connsiteY2" fmla="*/ 429636 h 962004"/>
                <a:gd name="connsiteX0" fmla="*/ 30440 w 712229"/>
                <a:gd name="connsiteY0" fmla="*/ 962004 h 962004"/>
                <a:gd name="connsiteX1" fmla="*/ 712229 w 712229"/>
                <a:gd name="connsiteY1" fmla="*/ 598487 h 962004"/>
                <a:gd name="connsiteX0" fmla="*/ 6090 w 712229"/>
                <a:gd name="connsiteY0" fmla="*/ 425413 h 969516"/>
                <a:gd name="connsiteX1" fmla="*/ 182781 w 712229"/>
                <a:gd name="connsiteY1" fmla="*/ 311025 h 969516"/>
                <a:gd name="connsiteX2" fmla="*/ 6090 w 712229"/>
                <a:gd name="connsiteY2" fmla="*/ 425413 h 969516"/>
                <a:gd name="connsiteX0" fmla="*/ 35604 w 712229"/>
                <a:gd name="connsiteY0" fmla="*/ 969516 h 969516"/>
                <a:gd name="connsiteX1" fmla="*/ 712229 w 712229"/>
                <a:gd name="connsiteY1" fmla="*/ 594264 h 969516"/>
                <a:gd name="connsiteX0" fmla="*/ 6090 w 702540"/>
                <a:gd name="connsiteY0" fmla="*/ 425729 h 969832"/>
                <a:gd name="connsiteX1" fmla="*/ 182781 w 702540"/>
                <a:gd name="connsiteY1" fmla="*/ 311341 h 969832"/>
                <a:gd name="connsiteX2" fmla="*/ 6090 w 702540"/>
                <a:gd name="connsiteY2" fmla="*/ 425729 h 969832"/>
                <a:gd name="connsiteX0" fmla="*/ 35604 w 702540"/>
                <a:gd name="connsiteY0" fmla="*/ 969832 h 969832"/>
                <a:gd name="connsiteX1" fmla="*/ 702540 w 702540"/>
                <a:gd name="connsiteY1" fmla="*/ 594086 h 969832"/>
                <a:gd name="connsiteX0" fmla="*/ 6090 w 702540"/>
                <a:gd name="connsiteY0" fmla="*/ 519933 h 1064036"/>
                <a:gd name="connsiteX1" fmla="*/ 182781 w 702540"/>
                <a:gd name="connsiteY1" fmla="*/ 405545 h 1064036"/>
                <a:gd name="connsiteX2" fmla="*/ 6090 w 702540"/>
                <a:gd name="connsiteY2" fmla="*/ 519933 h 1064036"/>
                <a:gd name="connsiteX0" fmla="*/ 35604 w 702540"/>
                <a:gd name="connsiteY0" fmla="*/ 1064036 h 1064036"/>
                <a:gd name="connsiteX1" fmla="*/ 322521 w 702540"/>
                <a:gd name="connsiteY1" fmla="*/ 96785 h 1064036"/>
                <a:gd name="connsiteX2" fmla="*/ 702540 w 702540"/>
                <a:gd name="connsiteY2" fmla="*/ 688290 h 1064036"/>
                <a:gd name="connsiteX0" fmla="*/ 6090 w 702540"/>
                <a:gd name="connsiteY0" fmla="*/ 629235 h 1173338"/>
                <a:gd name="connsiteX1" fmla="*/ 182781 w 702540"/>
                <a:gd name="connsiteY1" fmla="*/ 514847 h 1173338"/>
                <a:gd name="connsiteX2" fmla="*/ 6090 w 702540"/>
                <a:gd name="connsiteY2" fmla="*/ 629235 h 1173338"/>
                <a:gd name="connsiteX0" fmla="*/ 35604 w 702540"/>
                <a:gd name="connsiteY0" fmla="*/ 1173338 h 1173338"/>
                <a:gd name="connsiteX1" fmla="*/ 322521 w 702540"/>
                <a:gd name="connsiteY1" fmla="*/ 206087 h 1173338"/>
                <a:gd name="connsiteX2" fmla="*/ 702540 w 702540"/>
                <a:gd name="connsiteY2" fmla="*/ 797592 h 1173338"/>
                <a:gd name="connsiteX0" fmla="*/ 6090 w 702540"/>
                <a:gd name="connsiteY0" fmla="*/ 746023 h 1290126"/>
                <a:gd name="connsiteX1" fmla="*/ 182781 w 702540"/>
                <a:gd name="connsiteY1" fmla="*/ 631635 h 1290126"/>
                <a:gd name="connsiteX2" fmla="*/ 6090 w 702540"/>
                <a:gd name="connsiteY2" fmla="*/ 746023 h 1290126"/>
                <a:gd name="connsiteX0" fmla="*/ 35604 w 702540"/>
                <a:gd name="connsiteY0" fmla="*/ 1290126 h 1290126"/>
                <a:gd name="connsiteX1" fmla="*/ 288350 w 702540"/>
                <a:gd name="connsiteY1" fmla="*/ 152170 h 1290126"/>
                <a:gd name="connsiteX2" fmla="*/ 702540 w 702540"/>
                <a:gd name="connsiteY2" fmla="*/ 914380 h 1290126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746024 h 1290127"/>
                <a:gd name="connsiteX1" fmla="*/ 182781 w 702540"/>
                <a:gd name="connsiteY1" fmla="*/ 631636 h 1290127"/>
                <a:gd name="connsiteX2" fmla="*/ 6090 w 702540"/>
                <a:gd name="connsiteY2" fmla="*/ 746024 h 1290127"/>
                <a:gd name="connsiteX0" fmla="*/ 35604 w 702540"/>
                <a:gd name="connsiteY0" fmla="*/ 1290127 h 1290127"/>
                <a:gd name="connsiteX1" fmla="*/ 288350 w 702540"/>
                <a:gd name="connsiteY1" fmla="*/ 152171 h 1290127"/>
                <a:gd name="connsiteX2" fmla="*/ 702540 w 702540"/>
                <a:gd name="connsiteY2" fmla="*/ 914381 h 1290127"/>
                <a:gd name="connsiteX0" fmla="*/ 6090 w 702540"/>
                <a:gd name="connsiteY0" fmla="*/ 636090 h 1180193"/>
                <a:gd name="connsiteX1" fmla="*/ 182781 w 702540"/>
                <a:gd name="connsiteY1" fmla="*/ 521702 h 1180193"/>
                <a:gd name="connsiteX2" fmla="*/ 6090 w 702540"/>
                <a:gd name="connsiteY2" fmla="*/ 636090 h 1180193"/>
                <a:gd name="connsiteX0" fmla="*/ 35604 w 702540"/>
                <a:gd name="connsiteY0" fmla="*/ 1180193 h 1180193"/>
                <a:gd name="connsiteX1" fmla="*/ 288350 w 702540"/>
                <a:gd name="connsiteY1" fmla="*/ 42237 h 1180193"/>
                <a:gd name="connsiteX2" fmla="*/ 702540 w 702540"/>
                <a:gd name="connsiteY2" fmla="*/ 804447 h 1180193"/>
                <a:gd name="connsiteX0" fmla="*/ 6090 w 702540"/>
                <a:gd name="connsiteY0" fmla="*/ 640197 h 1184300"/>
                <a:gd name="connsiteX1" fmla="*/ 182781 w 702540"/>
                <a:gd name="connsiteY1" fmla="*/ 525809 h 1184300"/>
                <a:gd name="connsiteX2" fmla="*/ 6090 w 702540"/>
                <a:gd name="connsiteY2" fmla="*/ 640197 h 1184300"/>
                <a:gd name="connsiteX0" fmla="*/ 35604 w 702540"/>
                <a:gd name="connsiteY0" fmla="*/ 1184300 h 1184300"/>
                <a:gd name="connsiteX1" fmla="*/ 287933 w 702540"/>
                <a:gd name="connsiteY1" fmla="*/ 40743 h 1184300"/>
                <a:gd name="connsiteX2" fmla="*/ 702540 w 702540"/>
                <a:gd name="connsiteY2" fmla="*/ 808554 h 1184300"/>
                <a:gd name="connsiteX0" fmla="*/ 6090 w 702540"/>
                <a:gd name="connsiteY0" fmla="*/ 647676 h 1191779"/>
                <a:gd name="connsiteX1" fmla="*/ 182781 w 702540"/>
                <a:gd name="connsiteY1" fmla="*/ 533288 h 1191779"/>
                <a:gd name="connsiteX2" fmla="*/ 6090 w 702540"/>
                <a:gd name="connsiteY2" fmla="*/ 647676 h 1191779"/>
                <a:gd name="connsiteX0" fmla="*/ 35604 w 702540"/>
                <a:gd name="connsiteY0" fmla="*/ 1191779 h 1191779"/>
                <a:gd name="connsiteX1" fmla="*/ 287933 w 702540"/>
                <a:gd name="connsiteY1" fmla="*/ 48222 h 1191779"/>
                <a:gd name="connsiteX2" fmla="*/ 702540 w 702540"/>
                <a:gd name="connsiteY2" fmla="*/ 816033 h 1191779"/>
                <a:gd name="connsiteX0" fmla="*/ 6090 w 702540"/>
                <a:gd name="connsiteY0" fmla="*/ 647676 h 1191779"/>
                <a:gd name="connsiteX1" fmla="*/ 182781 w 702540"/>
                <a:gd name="connsiteY1" fmla="*/ 533288 h 1191779"/>
                <a:gd name="connsiteX2" fmla="*/ 6090 w 702540"/>
                <a:gd name="connsiteY2" fmla="*/ 647676 h 1191779"/>
                <a:gd name="connsiteX0" fmla="*/ 35604 w 702540"/>
                <a:gd name="connsiteY0" fmla="*/ 1191779 h 1191779"/>
                <a:gd name="connsiteX1" fmla="*/ 287933 w 702540"/>
                <a:gd name="connsiteY1" fmla="*/ 48222 h 1191779"/>
                <a:gd name="connsiteX2" fmla="*/ 702540 w 702540"/>
                <a:gd name="connsiteY2" fmla="*/ 816033 h 1191779"/>
                <a:gd name="connsiteX0" fmla="*/ 6090 w 702540"/>
                <a:gd name="connsiteY0" fmla="*/ 666346 h 1210449"/>
                <a:gd name="connsiteX1" fmla="*/ 182781 w 702540"/>
                <a:gd name="connsiteY1" fmla="*/ 551958 h 1210449"/>
                <a:gd name="connsiteX2" fmla="*/ 6090 w 702540"/>
                <a:gd name="connsiteY2" fmla="*/ 666346 h 1210449"/>
                <a:gd name="connsiteX0" fmla="*/ 35604 w 702540"/>
                <a:gd name="connsiteY0" fmla="*/ 1210449 h 1210449"/>
                <a:gd name="connsiteX1" fmla="*/ 287933 w 702540"/>
                <a:gd name="connsiteY1" fmla="*/ 66892 h 1210449"/>
                <a:gd name="connsiteX2" fmla="*/ 702540 w 702540"/>
                <a:gd name="connsiteY2" fmla="*/ 834703 h 1210449"/>
                <a:gd name="connsiteX0" fmla="*/ 6090 w 702540"/>
                <a:gd name="connsiteY0" fmla="*/ 617720 h 1161823"/>
                <a:gd name="connsiteX1" fmla="*/ 182781 w 702540"/>
                <a:gd name="connsiteY1" fmla="*/ 503332 h 1161823"/>
                <a:gd name="connsiteX2" fmla="*/ 6090 w 702540"/>
                <a:gd name="connsiteY2" fmla="*/ 617720 h 1161823"/>
                <a:gd name="connsiteX0" fmla="*/ 35604 w 702540"/>
                <a:gd name="connsiteY0" fmla="*/ 1161823 h 1161823"/>
                <a:gd name="connsiteX1" fmla="*/ 287933 w 702540"/>
                <a:gd name="connsiteY1" fmla="*/ 18266 h 1161823"/>
                <a:gd name="connsiteX2" fmla="*/ 702540 w 702540"/>
                <a:gd name="connsiteY2" fmla="*/ 786077 h 1161823"/>
                <a:gd name="connsiteX0" fmla="*/ 6090 w 702540"/>
                <a:gd name="connsiteY0" fmla="*/ 613116 h 1157219"/>
                <a:gd name="connsiteX1" fmla="*/ 182781 w 702540"/>
                <a:gd name="connsiteY1" fmla="*/ 498728 h 1157219"/>
                <a:gd name="connsiteX2" fmla="*/ 6090 w 702540"/>
                <a:gd name="connsiteY2" fmla="*/ 613116 h 1157219"/>
                <a:gd name="connsiteX0" fmla="*/ 35604 w 702540"/>
                <a:gd name="connsiteY0" fmla="*/ 1157219 h 1157219"/>
                <a:gd name="connsiteX1" fmla="*/ 287933 w 702540"/>
                <a:gd name="connsiteY1" fmla="*/ 13662 h 1157219"/>
                <a:gd name="connsiteX2" fmla="*/ 702540 w 702540"/>
                <a:gd name="connsiteY2" fmla="*/ 781473 h 1157219"/>
                <a:gd name="connsiteX0" fmla="*/ 6090 w 702540"/>
                <a:gd name="connsiteY0" fmla="*/ 616602 h 1160705"/>
                <a:gd name="connsiteX1" fmla="*/ 182781 w 702540"/>
                <a:gd name="connsiteY1" fmla="*/ 502214 h 1160705"/>
                <a:gd name="connsiteX2" fmla="*/ 6090 w 702540"/>
                <a:gd name="connsiteY2" fmla="*/ 616602 h 1160705"/>
                <a:gd name="connsiteX0" fmla="*/ 35604 w 702540"/>
                <a:gd name="connsiteY0" fmla="*/ 1160705 h 1160705"/>
                <a:gd name="connsiteX1" fmla="*/ 287933 w 702540"/>
                <a:gd name="connsiteY1" fmla="*/ 17148 h 1160705"/>
                <a:gd name="connsiteX2" fmla="*/ 702540 w 702540"/>
                <a:gd name="connsiteY2" fmla="*/ 784959 h 1160705"/>
                <a:gd name="connsiteX0" fmla="*/ 111454 w 673544"/>
                <a:gd name="connsiteY0" fmla="*/ 577564 h 1160705"/>
                <a:gd name="connsiteX1" fmla="*/ 153785 w 673544"/>
                <a:gd name="connsiteY1" fmla="*/ 502214 h 1160705"/>
                <a:gd name="connsiteX2" fmla="*/ 111454 w 673544"/>
                <a:gd name="connsiteY2" fmla="*/ 577564 h 1160705"/>
                <a:gd name="connsiteX0" fmla="*/ 6608 w 673544"/>
                <a:gd name="connsiteY0" fmla="*/ 1160705 h 1160705"/>
                <a:gd name="connsiteX1" fmla="*/ 258937 w 673544"/>
                <a:gd name="connsiteY1" fmla="*/ 17148 h 1160705"/>
                <a:gd name="connsiteX2" fmla="*/ 673544 w 673544"/>
                <a:gd name="connsiteY2" fmla="*/ 784959 h 1160705"/>
                <a:gd name="connsiteX0" fmla="*/ 112257 w 674347"/>
                <a:gd name="connsiteY0" fmla="*/ 577564 h 1160705"/>
                <a:gd name="connsiteX1" fmla="*/ 154588 w 674347"/>
                <a:gd name="connsiteY1" fmla="*/ 502214 h 1160705"/>
                <a:gd name="connsiteX2" fmla="*/ 112257 w 674347"/>
                <a:gd name="connsiteY2" fmla="*/ 577564 h 1160705"/>
                <a:gd name="connsiteX0" fmla="*/ 7411 w 674347"/>
                <a:gd name="connsiteY0" fmla="*/ 1160705 h 1160705"/>
                <a:gd name="connsiteX1" fmla="*/ 259740 w 674347"/>
                <a:gd name="connsiteY1" fmla="*/ 17148 h 1160705"/>
                <a:gd name="connsiteX2" fmla="*/ 674347 w 674347"/>
                <a:gd name="connsiteY2" fmla="*/ 784959 h 1160705"/>
                <a:gd name="connsiteX0" fmla="*/ 111667 w 673757"/>
                <a:gd name="connsiteY0" fmla="*/ 577564 h 1160705"/>
                <a:gd name="connsiteX1" fmla="*/ 153998 w 673757"/>
                <a:gd name="connsiteY1" fmla="*/ 502214 h 1160705"/>
                <a:gd name="connsiteX2" fmla="*/ 111667 w 673757"/>
                <a:gd name="connsiteY2" fmla="*/ 577564 h 1160705"/>
                <a:gd name="connsiteX0" fmla="*/ 6821 w 673757"/>
                <a:gd name="connsiteY0" fmla="*/ 1160705 h 1160705"/>
                <a:gd name="connsiteX1" fmla="*/ 259150 w 673757"/>
                <a:gd name="connsiteY1" fmla="*/ 17148 h 1160705"/>
                <a:gd name="connsiteX2" fmla="*/ 673757 w 673757"/>
                <a:gd name="connsiteY2" fmla="*/ 784959 h 1160705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73745"/>
                <a:gd name="connsiteY0" fmla="*/ 582561 h 1165702"/>
                <a:gd name="connsiteX1" fmla="*/ 153986 w 673745"/>
                <a:gd name="connsiteY1" fmla="*/ 507211 h 1165702"/>
                <a:gd name="connsiteX2" fmla="*/ 111655 w 673745"/>
                <a:gd name="connsiteY2" fmla="*/ 582561 h 1165702"/>
                <a:gd name="connsiteX0" fmla="*/ 6809 w 673745"/>
                <a:gd name="connsiteY0" fmla="*/ 1165702 h 1165702"/>
                <a:gd name="connsiteX1" fmla="*/ 259138 w 673745"/>
                <a:gd name="connsiteY1" fmla="*/ 22145 h 1165702"/>
                <a:gd name="connsiteX2" fmla="*/ 673745 w 673745"/>
                <a:gd name="connsiteY2" fmla="*/ 789956 h 1165702"/>
                <a:gd name="connsiteX0" fmla="*/ 111655 w 667536"/>
                <a:gd name="connsiteY0" fmla="*/ 583933 h 1167074"/>
                <a:gd name="connsiteX1" fmla="*/ 153986 w 667536"/>
                <a:gd name="connsiteY1" fmla="*/ 508583 h 1167074"/>
                <a:gd name="connsiteX2" fmla="*/ 111655 w 667536"/>
                <a:gd name="connsiteY2" fmla="*/ 583933 h 1167074"/>
                <a:gd name="connsiteX0" fmla="*/ 6809 w 667536"/>
                <a:gd name="connsiteY0" fmla="*/ 1167074 h 1167074"/>
                <a:gd name="connsiteX1" fmla="*/ 259138 w 667536"/>
                <a:gd name="connsiteY1" fmla="*/ 23517 h 1167074"/>
                <a:gd name="connsiteX2" fmla="*/ 667536 w 667536"/>
                <a:gd name="connsiteY2" fmla="*/ 763722 h 1167074"/>
                <a:gd name="connsiteX0" fmla="*/ 111655 w 659729"/>
                <a:gd name="connsiteY0" fmla="*/ 584533 h 1167674"/>
                <a:gd name="connsiteX1" fmla="*/ 153986 w 659729"/>
                <a:gd name="connsiteY1" fmla="*/ 509183 h 1167674"/>
                <a:gd name="connsiteX2" fmla="*/ 111655 w 659729"/>
                <a:gd name="connsiteY2" fmla="*/ 584533 h 1167674"/>
                <a:gd name="connsiteX0" fmla="*/ 6809 w 659729"/>
                <a:gd name="connsiteY0" fmla="*/ 1167674 h 1167674"/>
                <a:gd name="connsiteX1" fmla="*/ 259138 w 659729"/>
                <a:gd name="connsiteY1" fmla="*/ 24117 h 1167674"/>
                <a:gd name="connsiteX2" fmla="*/ 659729 w 659729"/>
                <a:gd name="connsiteY2" fmla="*/ 753168 h 1167674"/>
                <a:gd name="connsiteX0" fmla="*/ 111655 w 659729"/>
                <a:gd name="connsiteY0" fmla="*/ 582822 h 1165963"/>
                <a:gd name="connsiteX1" fmla="*/ 153986 w 659729"/>
                <a:gd name="connsiteY1" fmla="*/ 507472 h 1165963"/>
                <a:gd name="connsiteX2" fmla="*/ 111655 w 659729"/>
                <a:gd name="connsiteY2" fmla="*/ 582822 h 1165963"/>
                <a:gd name="connsiteX0" fmla="*/ 6809 w 659729"/>
                <a:gd name="connsiteY0" fmla="*/ 1165963 h 1165963"/>
                <a:gd name="connsiteX1" fmla="*/ 259138 w 659729"/>
                <a:gd name="connsiteY1" fmla="*/ 22406 h 1165963"/>
                <a:gd name="connsiteX2" fmla="*/ 659729 w 659729"/>
                <a:gd name="connsiteY2" fmla="*/ 751457 h 1165963"/>
                <a:gd name="connsiteX0" fmla="*/ 111640 w 659714"/>
                <a:gd name="connsiteY0" fmla="*/ 579270 h 1162411"/>
                <a:gd name="connsiteX1" fmla="*/ 153971 w 659714"/>
                <a:gd name="connsiteY1" fmla="*/ 503920 h 1162411"/>
                <a:gd name="connsiteX2" fmla="*/ 111640 w 659714"/>
                <a:gd name="connsiteY2" fmla="*/ 579270 h 1162411"/>
                <a:gd name="connsiteX0" fmla="*/ 6794 w 659714"/>
                <a:gd name="connsiteY0" fmla="*/ 1162411 h 1162411"/>
                <a:gd name="connsiteX1" fmla="*/ 259395 w 659714"/>
                <a:gd name="connsiteY1" fmla="*/ 22588 h 1162411"/>
                <a:gd name="connsiteX2" fmla="*/ 659714 w 659714"/>
                <a:gd name="connsiteY2" fmla="*/ 747905 h 1162411"/>
                <a:gd name="connsiteX0" fmla="*/ 111538 w 659612"/>
                <a:gd name="connsiteY0" fmla="*/ 554480 h 1137621"/>
                <a:gd name="connsiteX1" fmla="*/ 153869 w 659612"/>
                <a:gd name="connsiteY1" fmla="*/ 479130 h 1137621"/>
                <a:gd name="connsiteX2" fmla="*/ 111538 w 659612"/>
                <a:gd name="connsiteY2" fmla="*/ 554480 h 1137621"/>
                <a:gd name="connsiteX0" fmla="*/ 6692 w 659612"/>
                <a:gd name="connsiteY0" fmla="*/ 1137621 h 1137621"/>
                <a:gd name="connsiteX1" fmla="*/ 261199 w 659612"/>
                <a:gd name="connsiteY1" fmla="*/ 23939 h 1137621"/>
                <a:gd name="connsiteX2" fmla="*/ 659612 w 659612"/>
                <a:gd name="connsiteY2" fmla="*/ 723115 h 1137621"/>
                <a:gd name="connsiteX0" fmla="*/ 111551 w 659625"/>
                <a:gd name="connsiteY0" fmla="*/ 558012 h 1141153"/>
                <a:gd name="connsiteX1" fmla="*/ 153882 w 659625"/>
                <a:gd name="connsiteY1" fmla="*/ 482662 h 1141153"/>
                <a:gd name="connsiteX2" fmla="*/ 111551 w 659625"/>
                <a:gd name="connsiteY2" fmla="*/ 558012 h 1141153"/>
                <a:gd name="connsiteX0" fmla="*/ 6705 w 659625"/>
                <a:gd name="connsiteY0" fmla="*/ 1141153 h 1141153"/>
                <a:gd name="connsiteX1" fmla="*/ 260940 w 659625"/>
                <a:gd name="connsiteY1" fmla="*/ 23736 h 1141153"/>
                <a:gd name="connsiteX2" fmla="*/ 659625 w 659625"/>
                <a:gd name="connsiteY2" fmla="*/ 726647 h 1141153"/>
                <a:gd name="connsiteX0" fmla="*/ 108769 w 656843"/>
                <a:gd name="connsiteY0" fmla="*/ 558012 h 1141153"/>
                <a:gd name="connsiteX1" fmla="*/ 151100 w 656843"/>
                <a:gd name="connsiteY1" fmla="*/ 482662 h 1141153"/>
                <a:gd name="connsiteX2" fmla="*/ 108769 w 656843"/>
                <a:gd name="connsiteY2" fmla="*/ 558012 h 1141153"/>
                <a:gd name="connsiteX0" fmla="*/ 3923 w 656843"/>
                <a:gd name="connsiteY0" fmla="*/ 1141153 h 1141153"/>
                <a:gd name="connsiteX1" fmla="*/ 258158 w 656843"/>
                <a:gd name="connsiteY1" fmla="*/ 23736 h 1141153"/>
                <a:gd name="connsiteX2" fmla="*/ 656843 w 656843"/>
                <a:gd name="connsiteY2" fmla="*/ 726647 h 1141153"/>
                <a:gd name="connsiteX0" fmla="*/ 108385 w 656459"/>
                <a:gd name="connsiteY0" fmla="*/ 558012 h 1141153"/>
                <a:gd name="connsiteX1" fmla="*/ 150716 w 656459"/>
                <a:gd name="connsiteY1" fmla="*/ 482662 h 1141153"/>
                <a:gd name="connsiteX2" fmla="*/ 108385 w 656459"/>
                <a:gd name="connsiteY2" fmla="*/ 558012 h 1141153"/>
                <a:gd name="connsiteX0" fmla="*/ 3539 w 656459"/>
                <a:gd name="connsiteY0" fmla="*/ 1141153 h 1141153"/>
                <a:gd name="connsiteX1" fmla="*/ 257774 w 656459"/>
                <a:gd name="connsiteY1" fmla="*/ 23736 h 1141153"/>
                <a:gd name="connsiteX2" fmla="*/ 656459 w 656459"/>
                <a:gd name="connsiteY2" fmla="*/ 726647 h 1141153"/>
                <a:gd name="connsiteX0" fmla="*/ 108523 w 656597"/>
                <a:gd name="connsiteY0" fmla="*/ 558012 h 1141153"/>
                <a:gd name="connsiteX1" fmla="*/ 150854 w 656597"/>
                <a:gd name="connsiteY1" fmla="*/ 482662 h 1141153"/>
                <a:gd name="connsiteX2" fmla="*/ 108523 w 656597"/>
                <a:gd name="connsiteY2" fmla="*/ 558012 h 1141153"/>
                <a:gd name="connsiteX0" fmla="*/ 3677 w 656597"/>
                <a:gd name="connsiteY0" fmla="*/ 1141153 h 1141153"/>
                <a:gd name="connsiteX1" fmla="*/ 257912 w 656597"/>
                <a:gd name="connsiteY1" fmla="*/ 23736 h 1141153"/>
                <a:gd name="connsiteX2" fmla="*/ 656597 w 656597"/>
                <a:gd name="connsiteY2" fmla="*/ 726647 h 1141153"/>
                <a:gd name="connsiteX0" fmla="*/ 108973 w 657047"/>
                <a:gd name="connsiteY0" fmla="*/ 558012 h 1141153"/>
                <a:gd name="connsiteX1" fmla="*/ 151304 w 657047"/>
                <a:gd name="connsiteY1" fmla="*/ 482662 h 1141153"/>
                <a:gd name="connsiteX2" fmla="*/ 108973 w 657047"/>
                <a:gd name="connsiteY2" fmla="*/ 558012 h 1141153"/>
                <a:gd name="connsiteX0" fmla="*/ 4127 w 657047"/>
                <a:gd name="connsiteY0" fmla="*/ 1141153 h 1141153"/>
                <a:gd name="connsiteX1" fmla="*/ 258362 w 657047"/>
                <a:gd name="connsiteY1" fmla="*/ 23736 h 1141153"/>
                <a:gd name="connsiteX2" fmla="*/ 657047 w 657047"/>
                <a:gd name="connsiteY2" fmla="*/ 726647 h 1141153"/>
                <a:gd name="connsiteX0" fmla="*/ 108940 w 657014"/>
                <a:gd name="connsiteY0" fmla="*/ 409086 h 992227"/>
                <a:gd name="connsiteX1" fmla="*/ 151271 w 657014"/>
                <a:gd name="connsiteY1" fmla="*/ 333736 h 992227"/>
                <a:gd name="connsiteX2" fmla="*/ 108940 w 657014"/>
                <a:gd name="connsiteY2" fmla="*/ 409086 h 992227"/>
                <a:gd name="connsiteX0" fmla="*/ 4094 w 657014"/>
                <a:gd name="connsiteY0" fmla="*/ 992227 h 992227"/>
                <a:gd name="connsiteX1" fmla="*/ 259936 w 657014"/>
                <a:gd name="connsiteY1" fmla="*/ 36558 h 992227"/>
                <a:gd name="connsiteX2" fmla="*/ 657014 w 657014"/>
                <a:gd name="connsiteY2" fmla="*/ 577721 h 992227"/>
                <a:gd name="connsiteX0" fmla="*/ 108940 w 657014"/>
                <a:gd name="connsiteY0" fmla="*/ 372530 h 955671"/>
                <a:gd name="connsiteX1" fmla="*/ 151271 w 657014"/>
                <a:gd name="connsiteY1" fmla="*/ 297180 h 955671"/>
                <a:gd name="connsiteX2" fmla="*/ 108940 w 657014"/>
                <a:gd name="connsiteY2" fmla="*/ 372530 h 955671"/>
                <a:gd name="connsiteX0" fmla="*/ 4094 w 657014"/>
                <a:gd name="connsiteY0" fmla="*/ 955671 h 955671"/>
                <a:gd name="connsiteX1" fmla="*/ 259936 w 657014"/>
                <a:gd name="connsiteY1" fmla="*/ 2 h 955671"/>
                <a:gd name="connsiteX2" fmla="*/ 657014 w 657014"/>
                <a:gd name="connsiteY2" fmla="*/ 541165 h 955671"/>
                <a:gd name="connsiteX0" fmla="*/ 108940 w 657014"/>
                <a:gd name="connsiteY0" fmla="*/ 388870 h 972011"/>
                <a:gd name="connsiteX1" fmla="*/ 151271 w 657014"/>
                <a:gd name="connsiteY1" fmla="*/ 313520 h 972011"/>
                <a:gd name="connsiteX2" fmla="*/ 108940 w 657014"/>
                <a:gd name="connsiteY2" fmla="*/ 388870 h 972011"/>
                <a:gd name="connsiteX0" fmla="*/ 4094 w 657014"/>
                <a:gd name="connsiteY0" fmla="*/ 972011 h 972011"/>
                <a:gd name="connsiteX1" fmla="*/ 259936 w 657014"/>
                <a:gd name="connsiteY1" fmla="*/ 16342 h 972011"/>
                <a:gd name="connsiteX2" fmla="*/ 657014 w 657014"/>
                <a:gd name="connsiteY2" fmla="*/ 557505 h 972011"/>
                <a:gd name="connsiteX0" fmla="*/ 108940 w 657014"/>
                <a:gd name="connsiteY0" fmla="*/ 388870 h 972011"/>
                <a:gd name="connsiteX1" fmla="*/ 151273 w 657014"/>
                <a:gd name="connsiteY1" fmla="*/ 313524 h 972011"/>
                <a:gd name="connsiteX2" fmla="*/ 108940 w 657014"/>
                <a:gd name="connsiteY2" fmla="*/ 388870 h 972011"/>
                <a:gd name="connsiteX0" fmla="*/ 4094 w 657014"/>
                <a:gd name="connsiteY0" fmla="*/ 972011 h 972011"/>
                <a:gd name="connsiteX1" fmla="*/ 259936 w 657014"/>
                <a:gd name="connsiteY1" fmla="*/ 16342 h 972011"/>
                <a:gd name="connsiteX2" fmla="*/ 657014 w 657014"/>
                <a:gd name="connsiteY2" fmla="*/ 557505 h 972011"/>
                <a:gd name="connsiteX0" fmla="*/ 104845 w 652919"/>
                <a:gd name="connsiteY0" fmla="*/ 388870 h 972011"/>
                <a:gd name="connsiteX1" fmla="*/ 147178 w 652919"/>
                <a:gd name="connsiteY1" fmla="*/ 313524 h 972011"/>
                <a:gd name="connsiteX2" fmla="*/ 104845 w 652919"/>
                <a:gd name="connsiteY2" fmla="*/ 388870 h 972011"/>
                <a:gd name="connsiteX0" fmla="*/ -1 w 652919"/>
                <a:gd name="connsiteY0" fmla="*/ 972011 h 972011"/>
                <a:gd name="connsiteX1" fmla="*/ 255841 w 652919"/>
                <a:gd name="connsiteY1" fmla="*/ 16342 h 972011"/>
                <a:gd name="connsiteX2" fmla="*/ 652919 w 652919"/>
                <a:gd name="connsiteY2" fmla="*/ 557505 h 97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919" h="972011" stroke="0" extrusionOk="0">
                  <a:moveTo>
                    <a:pt x="104845" y="388870"/>
                  </a:moveTo>
                  <a:cubicBezTo>
                    <a:pt x="68033" y="217846"/>
                    <a:pt x="72684" y="329558"/>
                    <a:pt x="147178" y="313524"/>
                  </a:cubicBezTo>
                  <a:lnTo>
                    <a:pt x="104845" y="388870"/>
                  </a:lnTo>
                  <a:close/>
                </a:path>
                <a:path w="652919" h="972011" fill="none">
                  <a:moveTo>
                    <a:pt x="-1" y="972011"/>
                  </a:moveTo>
                  <a:cubicBezTo>
                    <a:pt x="13899" y="493295"/>
                    <a:pt x="128812" y="162114"/>
                    <a:pt x="255841" y="16342"/>
                  </a:cubicBezTo>
                  <a:cubicBezTo>
                    <a:pt x="431946" y="-44114"/>
                    <a:pt x="605126" y="47548"/>
                    <a:pt x="652919" y="557505"/>
                  </a:cubicBezTo>
                </a:path>
              </a:pathLst>
            </a:custGeom>
            <a:ln w="19050">
              <a:solidFill>
                <a:srgbClr val="FFFF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081853-AA19-4AB5-812F-8F6CD1CBB688}"/>
                </a:ext>
              </a:extLst>
            </p:cNvPr>
            <p:cNvSpPr txBox="1"/>
            <p:nvPr/>
          </p:nvSpPr>
          <p:spPr>
            <a:xfrm>
              <a:off x="4136848" y="2528502"/>
              <a:ext cx="168530" cy="2296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defTabSz="457189">
                <a:lnSpc>
                  <a:spcPct val="85000"/>
                </a:lnSpc>
              </a:pPr>
              <a:r>
                <a:rPr lang="en-US" sz="1200" b="1" dirty="0">
                  <a:solidFill>
                    <a:prstClr val="white"/>
                  </a:solidFill>
                  <a:latin typeface="Symbol" panose="05050102010706020507" pitchFamily="18" charset="2"/>
                </a:rPr>
                <a:t>q</a:t>
              </a:r>
              <a:endParaRPr lang="en-US" sz="12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A5C0AE-E285-4A93-8312-C58E19188BB3}"/>
                </a:ext>
              </a:extLst>
            </p:cNvPr>
            <p:cNvSpPr txBox="1"/>
            <p:nvPr/>
          </p:nvSpPr>
          <p:spPr>
            <a:xfrm>
              <a:off x="4176466" y="1916956"/>
              <a:ext cx="168530" cy="2310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defTabSz="457189">
                <a:lnSpc>
                  <a:spcPct val="85000"/>
                </a:lnSpc>
              </a:pPr>
              <a:r>
                <a:rPr lang="en-GB" sz="12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  <a:ea typeface="Verdana" panose="020B0604030504040204" pitchFamily="34" charset="0"/>
                </a:rPr>
                <a:t>z</a:t>
              </a:r>
              <a:endParaRPr lang="en-US" sz="1200" b="1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B43377-5F0B-45D8-829C-E19368C85D7B}"/>
                </a:ext>
              </a:extLst>
            </p:cNvPr>
            <p:cNvSpPr txBox="1"/>
            <p:nvPr/>
          </p:nvSpPr>
          <p:spPr>
            <a:xfrm>
              <a:off x="4086217" y="3058294"/>
              <a:ext cx="168530" cy="2296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just" defTabSz="457189">
                <a:lnSpc>
                  <a:spcPct val="85000"/>
                </a:lnSpc>
              </a:pPr>
              <a:r>
                <a:rPr lang="en-US" sz="1200" b="1" dirty="0">
                  <a:solidFill>
                    <a:prstClr val="white"/>
                  </a:solidFill>
                  <a:latin typeface="Symbol" panose="05050102010706020507" pitchFamily="18" charset="2"/>
                </a:rPr>
                <a:t>f</a:t>
              </a:r>
              <a:endParaRPr lang="en-US" sz="12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0FE71B-AD84-4781-B08E-855557BD595D}"/>
                </a:ext>
              </a:extLst>
            </p:cNvPr>
            <p:cNvSpPr txBox="1"/>
            <p:nvPr/>
          </p:nvSpPr>
          <p:spPr>
            <a:xfrm>
              <a:off x="4403470" y="2396314"/>
              <a:ext cx="168530" cy="2310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85000"/>
                </a:lnSpc>
              </a:pPr>
              <a:r>
                <a:rPr lang="en-GB" sz="12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  <a:ea typeface="Verdana" panose="020B0604030504040204" pitchFamily="34" charset="0"/>
                </a:rPr>
                <a:t>r</a:t>
              </a:r>
              <a:endParaRPr lang="en-US" sz="1200" b="1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3743DD-05A4-43B9-85B9-5B7ED4BC9D40}"/>
                </a:ext>
              </a:extLst>
            </p:cNvPr>
            <p:cNvSpPr txBox="1"/>
            <p:nvPr/>
          </p:nvSpPr>
          <p:spPr>
            <a:xfrm>
              <a:off x="5296546" y="2778376"/>
              <a:ext cx="168530" cy="2310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85000"/>
                </a:lnSpc>
              </a:pPr>
              <a:r>
                <a:rPr lang="en-GB" sz="12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  <a:ea typeface="Verdana" panose="020B0604030504040204" pitchFamily="34" charset="0"/>
                </a:rPr>
                <a:t>y</a:t>
              </a:r>
              <a:endParaRPr lang="en-US" sz="1200" b="1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9FFAEF8-28F5-4C4F-8510-6775E0C2CD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3450" y="2342928"/>
              <a:ext cx="733197" cy="530584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65EB405-9D0A-4A70-911E-37E6C5EC4C58}"/>
                </a:ext>
              </a:extLst>
            </p:cNvPr>
            <p:cNvCxnSpPr>
              <a:cxnSpLocks/>
            </p:cNvCxnSpPr>
            <p:nvPr/>
          </p:nvCxnSpPr>
          <p:spPr>
            <a:xfrm>
              <a:off x="4215026" y="2957871"/>
              <a:ext cx="657057" cy="475485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32BE79E-2E6A-45B5-88AF-0B23C18A8DBE}"/>
                </a:ext>
              </a:extLst>
            </p:cNvPr>
            <p:cNvCxnSpPr>
              <a:cxnSpLocks/>
            </p:cNvCxnSpPr>
            <p:nvPr/>
          </p:nvCxnSpPr>
          <p:spPr>
            <a:xfrm>
              <a:off x="4867321" y="2343636"/>
              <a:ext cx="0" cy="1085232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4666B11-6A7D-42DD-9469-CABF04383A4E}"/>
                </a:ext>
              </a:extLst>
            </p:cNvPr>
            <p:cNvCxnSpPr>
              <a:cxnSpLocks/>
            </p:cNvCxnSpPr>
            <p:nvPr/>
          </p:nvCxnSpPr>
          <p:spPr>
            <a:xfrm>
              <a:off x="4124715" y="2892560"/>
              <a:ext cx="122418" cy="88589"/>
            </a:xfrm>
            <a:prstGeom prst="straightConnector1">
              <a:avLst/>
            </a:prstGeom>
            <a:noFill/>
            <a:ln w="19050" cap="rnd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BCD57D-BAD5-47DD-9B97-C213846992E3}"/>
                </a:ext>
              </a:extLst>
            </p:cNvPr>
            <p:cNvSpPr txBox="1"/>
            <p:nvPr/>
          </p:nvSpPr>
          <p:spPr>
            <a:xfrm>
              <a:off x="3576494" y="3718308"/>
              <a:ext cx="168530" cy="2310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85000"/>
                </a:lnSpc>
              </a:pPr>
              <a:r>
                <a:rPr lang="en-GB" sz="12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  <a:ea typeface="Verdana" panose="020B0604030504040204" pitchFamily="34" charset="0"/>
                </a:rPr>
                <a:t>x</a:t>
              </a:r>
              <a:endParaRPr lang="en-US" sz="1200" b="1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A2FA526-42F2-464F-B6E2-35D4F017540D}"/>
                </a:ext>
              </a:extLst>
            </p:cNvPr>
            <p:cNvSpPr/>
            <p:nvPr/>
          </p:nvSpPr>
          <p:spPr>
            <a:xfrm>
              <a:off x="4825747" y="2314345"/>
              <a:ext cx="65914" cy="6911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US" sz="1800" b="1" dirty="0">
                <a:solidFill>
                  <a:prstClr val="black"/>
                </a:solidFill>
                <a:latin typeface="Montserrat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152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9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Radial wave function gives the dependence of orbital upon the distance of electron from the nucleus.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624534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Radial part of Schrodinger Wave Equation</a:t>
            </a:r>
          </a:p>
        </p:txBody>
      </p:sp>
    </p:spTree>
    <p:extLst>
      <p:ext uri="{BB962C8B-B14F-4D97-AF65-F5344CB8AC3E}">
        <p14:creationId xmlns:p14="http://schemas.microsoft.com/office/powerpoint/2010/main" val="3782568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5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Region of space around the nucleus where probability of finding electron is zero.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568709"/>
            <a:ext cx="1024254" cy="36799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Nodes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4A19A-79E5-488C-B899-DE2F01FC61E8}"/>
              </a:ext>
            </a:extLst>
          </p:cNvPr>
          <p:cNvSpPr txBox="1"/>
          <p:nvPr/>
        </p:nvSpPr>
        <p:spPr>
          <a:xfrm>
            <a:off x="3311526" y="2167260"/>
            <a:ext cx="52212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Types of nodes: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E8626-F5AE-4383-82F6-37E6FA31535B}"/>
              </a:ext>
            </a:extLst>
          </p:cNvPr>
          <p:cNvSpPr txBox="1"/>
          <p:nvPr/>
        </p:nvSpPr>
        <p:spPr>
          <a:xfrm>
            <a:off x="3311526" y="2735971"/>
            <a:ext cx="52212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1.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	Radial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87993-E2CE-475D-9A5F-263A70F2D88C}"/>
              </a:ext>
            </a:extLst>
          </p:cNvPr>
          <p:cNvSpPr txBox="1"/>
          <p:nvPr/>
        </p:nvSpPr>
        <p:spPr>
          <a:xfrm>
            <a:off x="3311526" y="3289969"/>
            <a:ext cx="52212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2.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	Angular Node</a:t>
            </a:r>
          </a:p>
        </p:txBody>
      </p:sp>
    </p:spTree>
    <p:extLst>
      <p:ext uri="{BB962C8B-B14F-4D97-AF65-F5344CB8AC3E}">
        <p14:creationId xmlns:p14="http://schemas.microsoft.com/office/powerpoint/2010/main" val="2039133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5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Radial Node (Spherical Node): Spherical region where probability of finding electron is zero.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3C396A-D987-47F1-8CA9-70FAA175A87F}"/>
              </a:ext>
            </a:extLst>
          </p:cNvPr>
          <p:cNvGrpSpPr/>
          <p:nvPr/>
        </p:nvGrpSpPr>
        <p:grpSpPr>
          <a:xfrm>
            <a:off x="3858129" y="2327404"/>
            <a:ext cx="3859816" cy="1927336"/>
            <a:chOff x="125631" y="2841862"/>
            <a:chExt cx="3859816" cy="192733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B1D1176-7326-4EBC-904E-6BABB87A3C82}"/>
                </a:ext>
              </a:extLst>
            </p:cNvPr>
            <p:cNvSpPr/>
            <p:nvPr/>
          </p:nvSpPr>
          <p:spPr>
            <a:xfrm>
              <a:off x="1492646" y="3678651"/>
              <a:ext cx="375009" cy="3750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  <a:effectLst>
              <a:glow rad="165100">
                <a:srgbClr val="C80000">
                  <a:alpha val="96000"/>
                </a:srgbClr>
              </a:glow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A97FF0C-A895-41E0-8FF5-937924127935}"/>
                </a:ext>
              </a:extLst>
            </p:cNvPr>
            <p:cNvGrpSpPr/>
            <p:nvPr/>
          </p:nvGrpSpPr>
          <p:grpSpPr>
            <a:xfrm>
              <a:off x="1031799" y="3426558"/>
              <a:ext cx="644678" cy="644678"/>
              <a:chOff x="7020416" y="3679226"/>
              <a:chExt cx="934754" cy="93475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09DC0A9-8BA9-4C07-BA17-116B7FE564BE}"/>
                  </a:ext>
                </a:extLst>
              </p:cNvPr>
              <p:cNvSpPr/>
              <p:nvPr/>
            </p:nvSpPr>
            <p:spPr>
              <a:xfrm>
                <a:off x="7020416" y="3679226"/>
                <a:ext cx="934754" cy="934754"/>
              </a:xfrm>
              <a:prstGeom prst="ellipse">
                <a:avLst/>
              </a:prstGeom>
              <a:solidFill>
                <a:srgbClr val="FF0000">
                  <a:alpha val="97255"/>
                </a:srgbClr>
              </a:solidFill>
              <a:ln>
                <a:noFill/>
              </a:ln>
              <a:effectLst>
                <a:glow rad="342900">
                  <a:srgbClr val="C80000">
                    <a:alpha val="96000"/>
                  </a:srgbClr>
                </a:glow>
                <a:softEdge rad="12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en-US" sz="18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B216E41-CFC9-4F73-9FEE-86F137ABF752}"/>
                  </a:ext>
                </a:extLst>
              </p:cNvPr>
              <p:cNvSpPr/>
              <p:nvPr/>
            </p:nvSpPr>
            <p:spPr>
              <a:xfrm>
                <a:off x="7097136" y="3749076"/>
                <a:ext cx="807226" cy="807226"/>
              </a:xfrm>
              <a:prstGeom prst="ellipse">
                <a:avLst/>
              </a:prstGeom>
              <a:solidFill>
                <a:srgbClr val="FF0000">
                  <a:alpha val="97255"/>
                </a:srgbClr>
              </a:solidFill>
              <a:ln>
                <a:noFill/>
              </a:ln>
              <a:effectLst>
                <a:glow rad="101600">
                  <a:schemeClr val="bg1">
                    <a:alpha val="96000"/>
                  </a:schemeClr>
                </a:glow>
                <a:softEdge rad="381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en-US" sz="18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C37309A-ACC6-4E2A-8756-171C5A3814C0}"/>
                </a:ext>
              </a:extLst>
            </p:cNvPr>
            <p:cNvSpPr/>
            <p:nvPr/>
          </p:nvSpPr>
          <p:spPr>
            <a:xfrm>
              <a:off x="125631" y="3515516"/>
              <a:ext cx="424000" cy="424000"/>
            </a:xfrm>
            <a:prstGeom prst="ellipse">
              <a:avLst/>
            </a:prstGeom>
            <a:solidFill>
              <a:srgbClr val="FF0000">
                <a:alpha val="97255"/>
              </a:srgbClr>
            </a:solidFill>
            <a:ln>
              <a:noFill/>
            </a:ln>
            <a:effectLst>
              <a:glow rad="165100">
                <a:srgbClr val="C80000">
                  <a:alpha val="96000"/>
                </a:srgbClr>
              </a:glow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46B0FE7-5AA2-478B-864A-71CB319FF333}"/>
                </a:ext>
              </a:extLst>
            </p:cNvPr>
            <p:cNvGrpSpPr/>
            <p:nvPr/>
          </p:nvGrpSpPr>
          <p:grpSpPr>
            <a:xfrm>
              <a:off x="2342404" y="3210909"/>
              <a:ext cx="1075975" cy="1075975"/>
              <a:chOff x="8594995" y="3401318"/>
              <a:chExt cx="1476914" cy="147691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8606D14-69C9-4B6B-A0F1-AF217D4BF06A}"/>
                  </a:ext>
                </a:extLst>
              </p:cNvPr>
              <p:cNvSpPr/>
              <p:nvPr/>
            </p:nvSpPr>
            <p:spPr>
              <a:xfrm>
                <a:off x="8594995" y="3401318"/>
                <a:ext cx="1476914" cy="1476914"/>
              </a:xfrm>
              <a:prstGeom prst="ellipse">
                <a:avLst/>
              </a:prstGeom>
              <a:solidFill>
                <a:srgbClr val="FF0000">
                  <a:alpha val="97255"/>
                </a:srgbClr>
              </a:solidFill>
              <a:ln>
                <a:noFill/>
              </a:ln>
              <a:effectLst>
                <a:glow rad="342900">
                  <a:srgbClr val="C80000">
                    <a:alpha val="96000"/>
                  </a:srgbClr>
                </a:glow>
                <a:softEdge rad="12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en-US" sz="18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5F7F31A-6B05-4ED7-89B2-E66A6575FA81}"/>
                  </a:ext>
                </a:extLst>
              </p:cNvPr>
              <p:cNvSpPr/>
              <p:nvPr/>
            </p:nvSpPr>
            <p:spPr>
              <a:xfrm>
                <a:off x="8640013" y="3460881"/>
                <a:ext cx="1398301" cy="1398301"/>
              </a:xfrm>
              <a:prstGeom prst="ellipse">
                <a:avLst/>
              </a:prstGeom>
              <a:solidFill>
                <a:srgbClr val="FF0000">
                  <a:alpha val="97255"/>
                </a:srgbClr>
              </a:solidFill>
              <a:ln>
                <a:noFill/>
              </a:ln>
              <a:effectLst>
                <a:glow rad="101600">
                  <a:schemeClr val="bg1">
                    <a:alpha val="96000"/>
                  </a:schemeClr>
                </a:glow>
                <a:softEdge rad="381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en-US" sz="18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88E4356-476F-49AE-B19E-5288623B90F1}"/>
                  </a:ext>
                </a:extLst>
              </p:cNvPr>
              <p:cNvSpPr/>
              <p:nvPr/>
            </p:nvSpPr>
            <p:spPr>
              <a:xfrm>
                <a:off x="8891001" y="3697324"/>
                <a:ext cx="884903" cy="884903"/>
              </a:xfrm>
              <a:prstGeom prst="ellipse">
                <a:avLst/>
              </a:prstGeom>
              <a:solidFill>
                <a:srgbClr val="FF0000">
                  <a:alpha val="97255"/>
                </a:srgbClr>
              </a:solidFill>
              <a:ln>
                <a:noFill/>
              </a:ln>
              <a:effectLst>
                <a:glow rad="177800">
                  <a:srgbClr val="C80000">
                    <a:alpha val="96000"/>
                  </a:srgbClr>
                </a:glow>
                <a:softEdge rad="12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en-US" sz="18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EFE6B4A-D441-48A6-9860-B6029129DFC6}"/>
                  </a:ext>
                </a:extLst>
              </p:cNvPr>
              <p:cNvSpPr/>
              <p:nvPr/>
            </p:nvSpPr>
            <p:spPr>
              <a:xfrm>
                <a:off x="8963629" y="3763449"/>
                <a:ext cx="764176" cy="764176"/>
              </a:xfrm>
              <a:prstGeom prst="ellipse">
                <a:avLst/>
              </a:prstGeom>
              <a:solidFill>
                <a:srgbClr val="FF0000">
                  <a:alpha val="97255"/>
                </a:srgbClr>
              </a:solidFill>
              <a:ln>
                <a:noFill/>
              </a:ln>
              <a:effectLst>
                <a:glow rad="101600">
                  <a:schemeClr val="bg1">
                    <a:alpha val="96000"/>
                  </a:schemeClr>
                </a:glow>
                <a:softEdge rad="381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en-US" sz="18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0CFDCC-5851-44EF-8067-A837CE588FE2}"/>
                </a:ext>
              </a:extLst>
            </p:cNvPr>
            <p:cNvSpPr txBox="1"/>
            <p:nvPr/>
          </p:nvSpPr>
          <p:spPr>
            <a:xfrm>
              <a:off x="1647964" y="2919730"/>
              <a:ext cx="64467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457189"/>
              <a:r>
                <a:rPr lang="en-US" sz="14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Node</a:t>
              </a:r>
              <a:endParaRPr lang="en-US" sz="14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49905BD-89D9-4BA6-9F8D-4A3989C5D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9453" y="3114332"/>
              <a:ext cx="154492" cy="391283"/>
            </a:xfrm>
            <a:prstGeom prst="line">
              <a:avLst/>
            </a:prstGeom>
            <a:ln w="28575" cap="rnd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7B11DA-BAF4-4B9F-9510-59E47F0F150A}"/>
                </a:ext>
              </a:extLst>
            </p:cNvPr>
            <p:cNvSpPr txBox="1"/>
            <p:nvPr/>
          </p:nvSpPr>
          <p:spPr>
            <a:xfrm>
              <a:off x="3340769" y="2841862"/>
              <a:ext cx="64467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457189"/>
              <a:r>
                <a:rPr lang="en-US" sz="14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Nodes</a:t>
              </a:r>
              <a:endParaRPr lang="en-US" sz="14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860B2B-AC66-425F-937A-4CA29620B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3313" y="2956663"/>
              <a:ext cx="268500" cy="529902"/>
            </a:xfrm>
            <a:prstGeom prst="line">
              <a:avLst/>
            </a:prstGeom>
            <a:ln w="28575" cap="rnd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5E210C-A0E7-4E7B-B3EA-26030A82E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4728" y="2957819"/>
              <a:ext cx="55843" cy="390438"/>
            </a:xfrm>
            <a:prstGeom prst="line">
              <a:avLst/>
            </a:prstGeom>
            <a:ln w="28575" cap="rnd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CC0F4AF-4711-4530-B14D-29D404712242}"/>
                </a:ext>
              </a:extLst>
            </p:cNvPr>
            <p:cNvSpPr txBox="1"/>
            <p:nvPr/>
          </p:nvSpPr>
          <p:spPr>
            <a:xfrm>
              <a:off x="2599931" y="4553754"/>
              <a:ext cx="64467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US" sz="14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3s</a:t>
              </a:r>
              <a:endParaRPr lang="en-US" sz="14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1F4A39-5B33-40BF-AC31-32BDB519C8A2}"/>
                </a:ext>
              </a:extLst>
            </p:cNvPr>
            <p:cNvSpPr txBox="1"/>
            <p:nvPr/>
          </p:nvSpPr>
          <p:spPr>
            <a:xfrm>
              <a:off x="158287" y="4072708"/>
              <a:ext cx="44032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US" sz="14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1s</a:t>
              </a:r>
              <a:endParaRPr lang="en-US" sz="14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6CEFEF4-E05F-4246-B10E-E9A41CE0C48A}"/>
                </a:ext>
              </a:extLst>
            </p:cNvPr>
            <p:cNvSpPr txBox="1"/>
            <p:nvPr/>
          </p:nvSpPr>
          <p:spPr>
            <a:xfrm>
              <a:off x="1125252" y="4320581"/>
              <a:ext cx="44032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US" sz="14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2s</a:t>
              </a:r>
              <a:endParaRPr lang="en-US" sz="14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</p:grp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123DDCB3-CA3C-081E-287E-ECE338FAE663}"/>
              </a:ext>
            </a:extLst>
          </p:cNvPr>
          <p:cNvSpPr/>
          <p:nvPr/>
        </p:nvSpPr>
        <p:spPr>
          <a:xfrm>
            <a:off x="3311526" y="568709"/>
            <a:ext cx="1024254" cy="36799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3619576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49579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Angular node (nodal plane): The plane in which probability of finding an electron is zero.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C86C8C-A82C-15BB-B7E3-6A4FF45BA7B6}"/>
              </a:ext>
            </a:extLst>
          </p:cNvPr>
          <p:cNvGrpSpPr/>
          <p:nvPr/>
        </p:nvGrpSpPr>
        <p:grpSpPr>
          <a:xfrm>
            <a:off x="3326765" y="2344260"/>
            <a:ext cx="5222138" cy="1644546"/>
            <a:chOff x="3326765" y="2344260"/>
            <a:chExt cx="5222138" cy="164454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841FEA-870E-4A9E-B037-4782421FA9B8}"/>
                </a:ext>
              </a:extLst>
            </p:cNvPr>
            <p:cNvSpPr/>
            <p:nvPr/>
          </p:nvSpPr>
          <p:spPr>
            <a:xfrm>
              <a:off x="3326765" y="2344260"/>
              <a:ext cx="5222137" cy="1644546"/>
            </a:xfrm>
            <a:prstGeom prst="rect">
              <a:avLst/>
            </a:prstGeom>
            <a:solidFill>
              <a:srgbClr val="C5E0B4">
                <a:alpha val="50196"/>
              </a:srgb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US" sz="18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9D5380-5770-48F6-84DA-ECFE853177CF}"/>
                </a:ext>
              </a:extLst>
            </p:cNvPr>
            <p:cNvSpPr txBox="1"/>
            <p:nvPr/>
          </p:nvSpPr>
          <p:spPr>
            <a:xfrm>
              <a:off x="3386662" y="2382317"/>
              <a:ext cx="581368" cy="3774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defTabSz="457189">
                <a:lnSpc>
                  <a:spcPct val="90000"/>
                </a:lnSpc>
              </a:pPr>
              <a:r>
                <a:rPr lang="en-GB" sz="11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Nodal</a:t>
              </a:r>
            </a:p>
            <a:p>
              <a:pPr defTabSz="457189">
                <a:lnSpc>
                  <a:spcPct val="90000"/>
                </a:lnSpc>
              </a:pPr>
              <a:r>
                <a:rPr lang="en-GB" sz="11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plane</a:t>
              </a:r>
              <a:endParaRPr lang="en-US" sz="11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BEB6EB-1140-48ED-9F99-B7A4219762EC}"/>
                </a:ext>
              </a:extLst>
            </p:cNvPr>
            <p:cNvSpPr txBox="1"/>
            <p:nvPr/>
          </p:nvSpPr>
          <p:spPr>
            <a:xfrm>
              <a:off x="4218765" y="2527859"/>
              <a:ext cx="191062" cy="22505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90000"/>
                </a:lnSpc>
              </a:pPr>
              <a:r>
                <a:rPr lang="en-GB" sz="11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z</a:t>
              </a:r>
              <a:endParaRPr lang="en-US" sz="11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E71C06-2A74-4405-B0DE-E5FF9693F1EE}"/>
                </a:ext>
              </a:extLst>
            </p:cNvPr>
            <p:cNvSpPr txBox="1"/>
            <p:nvPr/>
          </p:nvSpPr>
          <p:spPr>
            <a:xfrm>
              <a:off x="4561756" y="3202883"/>
              <a:ext cx="191062" cy="22505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90000"/>
                </a:lnSpc>
              </a:pPr>
              <a:r>
                <a:rPr lang="en-GB" sz="11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y</a:t>
              </a:r>
              <a:endParaRPr lang="en-US" sz="11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1ADE24-2631-42B2-B310-2DF715D0C9F7}"/>
                </a:ext>
              </a:extLst>
            </p:cNvPr>
            <p:cNvSpPr txBox="1"/>
            <p:nvPr/>
          </p:nvSpPr>
          <p:spPr>
            <a:xfrm>
              <a:off x="3589637" y="3251355"/>
              <a:ext cx="191062" cy="22505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90000"/>
                </a:lnSpc>
              </a:pPr>
              <a:r>
                <a:rPr lang="en-GB" sz="11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x</a:t>
              </a:r>
              <a:endParaRPr lang="en-US" sz="11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84F113-EFFC-423E-80AC-52B710E75A85}"/>
                </a:ext>
              </a:extLst>
            </p:cNvPr>
            <p:cNvSpPr txBox="1"/>
            <p:nvPr/>
          </p:nvSpPr>
          <p:spPr>
            <a:xfrm>
              <a:off x="4138735" y="3700358"/>
              <a:ext cx="357328" cy="22505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 defTabSz="457189">
                <a:lnSpc>
                  <a:spcPct val="90000"/>
                </a:lnSpc>
              </a:pPr>
              <a:r>
                <a:rPr lang="en-GB" sz="11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2p</a:t>
              </a:r>
              <a:r>
                <a:rPr lang="en-GB" sz="1100" baseline="-25000" dirty="0">
                  <a:solidFill>
                    <a:srgbClr val="FFFF00"/>
                  </a:solidFill>
                  <a:latin typeface="Montserrat SemiBold" panose="00000700000000000000" pitchFamily="2" charset="0"/>
                  <a:ea typeface="Verdana" panose="020B0604030504040204" pitchFamily="34" charset="0"/>
                </a:rPr>
                <a:t>x</a:t>
              </a:r>
              <a:endParaRPr lang="en-US" sz="11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3D4FA21-F47D-401C-A872-63A059F590AE}"/>
                </a:ext>
              </a:extLst>
            </p:cNvPr>
            <p:cNvGrpSpPr/>
            <p:nvPr/>
          </p:nvGrpSpPr>
          <p:grpSpPr>
            <a:xfrm>
              <a:off x="3502173" y="2351880"/>
              <a:ext cx="5046730" cy="1605944"/>
              <a:chOff x="3373245" y="2351880"/>
              <a:chExt cx="5168038" cy="1644546"/>
            </a:xfrm>
          </p:grpSpPr>
          <p:pic>
            <p:nvPicPr>
              <p:cNvPr id="3" name="Picture 2" descr="Logo&#10;&#10;Description automatically generated">
                <a:extLst>
                  <a:ext uri="{FF2B5EF4-FFF2-40B4-BE49-F238E27FC236}">
                    <a16:creationId xmlns:a16="http://schemas.microsoft.com/office/drawing/2014/main" id="{B20D3DDE-6B17-475F-8DB8-A56BB52874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0952" b="20566"/>
              <a:stretch/>
            </p:blipFill>
            <p:spPr>
              <a:xfrm>
                <a:off x="3373245" y="2351880"/>
                <a:ext cx="5168038" cy="1644546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75AA01-9456-4F4B-BA75-1082D1935894}"/>
                  </a:ext>
                </a:extLst>
              </p:cNvPr>
              <p:cNvSpPr txBox="1"/>
              <p:nvPr/>
            </p:nvSpPr>
            <p:spPr>
              <a:xfrm>
                <a:off x="5895545" y="2549315"/>
                <a:ext cx="195655" cy="23046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 defTabSz="457189">
                  <a:lnSpc>
                    <a:spcPct val="90000"/>
                  </a:lnSpc>
                </a:pPr>
                <a:r>
                  <a:rPr lang="en-GB" sz="11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z</a:t>
                </a:r>
                <a:endParaRPr lang="en-US" sz="1100" dirty="0">
                  <a:solidFill>
                    <a:srgbClr val="FFFF00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5ACCF2-33C5-4E36-814C-EFCDD7159DB0}"/>
                  </a:ext>
                </a:extLst>
              </p:cNvPr>
              <p:cNvSpPr txBox="1"/>
              <p:nvPr/>
            </p:nvSpPr>
            <p:spPr>
              <a:xfrm>
                <a:off x="6536080" y="3302127"/>
                <a:ext cx="195655" cy="23046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 defTabSz="457189">
                  <a:lnSpc>
                    <a:spcPct val="90000"/>
                  </a:lnSpc>
                </a:pPr>
                <a:r>
                  <a:rPr lang="en-GB" sz="11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y</a:t>
                </a:r>
                <a:endParaRPr lang="en-US" sz="1100" dirty="0">
                  <a:solidFill>
                    <a:srgbClr val="FFFF00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9FF53B6-7827-488D-BEFF-68D688109554}"/>
                  </a:ext>
                </a:extLst>
              </p:cNvPr>
              <p:cNvSpPr txBox="1"/>
              <p:nvPr/>
            </p:nvSpPr>
            <p:spPr>
              <a:xfrm>
                <a:off x="5485825" y="3227732"/>
                <a:ext cx="195655" cy="23046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 defTabSz="457189">
                  <a:lnSpc>
                    <a:spcPct val="90000"/>
                  </a:lnSpc>
                </a:pPr>
                <a:r>
                  <a:rPr lang="en-GB" sz="11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x</a:t>
                </a:r>
                <a:endParaRPr lang="en-US" sz="1100" dirty="0">
                  <a:solidFill>
                    <a:srgbClr val="FFFF00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1B1F51-0E86-4755-BAEF-C165FCFDD203}"/>
                  </a:ext>
                </a:extLst>
              </p:cNvPr>
              <p:cNvSpPr txBox="1"/>
              <p:nvPr/>
            </p:nvSpPr>
            <p:spPr>
              <a:xfrm>
                <a:off x="5892007" y="3736504"/>
                <a:ext cx="365917" cy="23046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 defTabSz="457189">
                  <a:lnSpc>
                    <a:spcPct val="90000"/>
                  </a:lnSpc>
                </a:pPr>
                <a:r>
                  <a:rPr lang="en-GB" sz="11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2p</a:t>
                </a:r>
                <a:r>
                  <a:rPr lang="en-GB" sz="1100" baseline="-250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y</a:t>
                </a:r>
                <a:endParaRPr lang="en-US" sz="1100" dirty="0">
                  <a:solidFill>
                    <a:srgbClr val="FFFF00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817E47-CC04-4D97-B416-8710C1C677D3}"/>
                  </a:ext>
                </a:extLst>
              </p:cNvPr>
              <p:cNvSpPr txBox="1"/>
              <p:nvPr/>
            </p:nvSpPr>
            <p:spPr>
              <a:xfrm>
                <a:off x="7733377" y="2440014"/>
                <a:ext cx="195655" cy="23046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 defTabSz="457189">
                  <a:lnSpc>
                    <a:spcPct val="90000"/>
                  </a:lnSpc>
                </a:pPr>
                <a:r>
                  <a:rPr lang="en-GB" sz="11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z</a:t>
                </a:r>
                <a:endParaRPr lang="en-US" sz="1100" dirty="0">
                  <a:solidFill>
                    <a:srgbClr val="FFFF00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C47149-2193-463C-9BE2-6AAD405CBEDA}"/>
                  </a:ext>
                </a:extLst>
              </p:cNvPr>
              <p:cNvSpPr txBox="1"/>
              <p:nvPr/>
            </p:nvSpPr>
            <p:spPr>
              <a:xfrm>
                <a:off x="8094138" y="3223339"/>
                <a:ext cx="195655" cy="23046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 defTabSz="457189">
                  <a:lnSpc>
                    <a:spcPct val="90000"/>
                  </a:lnSpc>
                </a:pPr>
                <a:r>
                  <a:rPr lang="en-GB" sz="11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y</a:t>
                </a:r>
                <a:endParaRPr lang="en-US" sz="1100" dirty="0">
                  <a:solidFill>
                    <a:srgbClr val="FFFF00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3ADFB1-F51D-4684-AD7C-3B8B75288A98}"/>
                  </a:ext>
                </a:extLst>
              </p:cNvPr>
              <p:cNvSpPr txBox="1"/>
              <p:nvPr/>
            </p:nvSpPr>
            <p:spPr>
              <a:xfrm>
                <a:off x="7343127" y="3219001"/>
                <a:ext cx="195655" cy="23046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 defTabSz="457189">
                  <a:lnSpc>
                    <a:spcPct val="90000"/>
                  </a:lnSpc>
                </a:pPr>
                <a:r>
                  <a:rPr lang="en-GB" sz="11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x</a:t>
                </a:r>
                <a:endParaRPr lang="en-US" sz="1100" dirty="0">
                  <a:solidFill>
                    <a:srgbClr val="FFFF00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62F4E1-ED2E-442D-8A0A-AAED354815AB}"/>
                  </a:ext>
                </a:extLst>
              </p:cNvPr>
              <p:cNvSpPr txBox="1"/>
              <p:nvPr/>
            </p:nvSpPr>
            <p:spPr>
              <a:xfrm>
                <a:off x="7651424" y="3732771"/>
                <a:ext cx="365917" cy="23046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 defTabSz="457189">
                  <a:lnSpc>
                    <a:spcPct val="90000"/>
                  </a:lnSpc>
                </a:pPr>
                <a:r>
                  <a:rPr lang="en-GB" sz="11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2p</a:t>
                </a:r>
                <a:r>
                  <a:rPr lang="en-GB" sz="1100" baseline="-25000" dirty="0">
                    <a:solidFill>
                      <a:srgbClr val="FFFF00"/>
                    </a:solidFill>
                    <a:latin typeface="Montserrat SemiBold" panose="00000700000000000000" pitchFamily="2" charset="0"/>
                    <a:ea typeface="Verdana" panose="020B0604030504040204" pitchFamily="34" charset="0"/>
                  </a:rPr>
                  <a:t>z</a:t>
                </a:r>
                <a:endParaRPr lang="en-US" sz="1100" dirty="0">
                  <a:solidFill>
                    <a:srgbClr val="FFFF00"/>
                  </a:solidFill>
                  <a:latin typeface="Montserrat SemiBold" panose="00000700000000000000" pitchFamily="2" charset="0"/>
                </a:endParaRP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FCBFF6B-0F84-4939-B870-F0201C07C2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1961" y="2506909"/>
              <a:ext cx="191062" cy="29531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399AD17E-B0A2-375B-EE5D-851374C62B60}"/>
              </a:ext>
            </a:extLst>
          </p:cNvPr>
          <p:cNvSpPr/>
          <p:nvPr/>
        </p:nvSpPr>
        <p:spPr>
          <a:xfrm>
            <a:off x="3311526" y="568709"/>
            <a:ext cx="1024254" cy="36799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636889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9"/>
            <a:ext cx="5256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The square of radial wave function gives the probability of finding electron in a unit volume around a particular point.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9180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Graphs of Radial Part of Schrodinger Wave Equation</a:t>
            </a:r>
          </a:p>
        </p:txBody>
      </p:sp>
    </p:spTree>
    <p:extLst>
      <p:ext uri="{BB962C8B-B14F-4D97-AF65-F5344CB8AC3E}">
        <p14:creationId xmlns:p14="http://schemas.microsoft.com/office/powerpoint/2010/main" val="96348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6"/>
            <a:ext cx="52212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Orbital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9180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Graphs of Radial Part of Schrodinger Wave Equation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54A4-9164-4E26-85E5-A79126E27392}"/>
              </a:ext>
            </a:extLst>
          </p:cNvPr>
          <p:cNvSpPr txBox="1"/>
          <p:nvPr/>
        </p:nvSpPr>
        <p:spPr>
          <a:xfrm>
            <a:off x="3311526" y="1707516"/>
            <a:ext cx="52212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US" sz="1600" dirty="0">
                <a:solidFill>
                  <a:srgbClr val="00FF00"/>
                </a:solidFill>
                <a:latin typeface="Montserrat SemiBold" panose="00000700000000000000" pitchFamily="2" charset="0"/>
                <a:cs typeface="Arial" pitchFamily="34" charset="0"/>
              </a:rPr>
              <a:t>Radial function curve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1821C42-0B5A-4D0A-A860-C0A6415B2C9E}"/>
              </a:ext>
            </a:extLst>
          </p:cNvPr>
          <p:cNvGrpSpPr/>
          <p:nvPr/>
        </p:nvGrpSpPr>
        <p:grpSpPr>
          <a:xfrm>
            <a:off x="4055129" y="2079571"/>
            <a:ext cx="3965639" cy="1888920"/>
            <a:chOff x="4423492" y="58755"/>
            <a:chExt cx="3965639" cy="1888920"/>
          </a:xfrm>
        </p:grpSpPr>
        <p:sp>
          <p:nvSpPr>
            <p:cNvPr id="41" name="Arc 92">
              <a:extLst>
                <a:ext uri="{FF2B5EF4-FFF2-40B4-BE49-F238E27FC236}">
                  <a16:creationId xmlns:a16="http://schemas.microsoft.com/office/drawing/2014/main" id="{AD00EC4C-EFE2-4317-8088-CECCE287F42C}"/>
                </a:ext>
              </a:extLst>
            </p:cNvPr>
            <p:cNvSpPr/>
            <p:nvPr/>
          </p:nvSpPr>
          <p:spPr>
            <a:xfrm rot="4700213" flipV="1">
              <a:off x="6857443" y="614996"/>
              <a:ext cx="1421203" cy="1016592"/>
            </a:xfrm>
            <a:custGeom>
              <a:avLst/>
              <a:gdLst>
                <a:gd name="connsiteX0" fmla="*/ 660486 w 1320972"/>
                <a:gd name="connsiteY0" fmla="*/ 0 h 1135192"/>
                <a:gd name="connsiteX1" fmla="*/ 1152045 w 1320972"/>
                <a:gd name="connsiteY1" fmla="*/ 188491 h 1135192"/>
                <a:gd name="connsiteX2" fmla="*/ 1292119 w 1320972"/>
                <a:gd name="connsiteY2" fmla="*/ 733526 h 1135192"/>
                <a:gd name="connsiteX3" fmla="*/ 660486 w 1320972"/>
                <a:gd name="connsiteY3" fmla="*/ 567596 h 1135192"/>
                <a:gd name="connsiteX4" fmla="*/ 660486 w 1320972"/>
                <a:gd name="connsiteY4" fmla="*/ 0 h 1135192"/>
                <a:gd name="connsiteX0" fmla="*/ 660486 w 1320972"/>
                <a:gd name="connsiteY0" fmla="*/ 0 h 1135192"/>
                <a:gd name="connsiteX1" fmla="*/ 1152045 w 1320972"/>
                <a:gd name="connsiteY1" fmla="*/ 188491 h 1135192"/>
                <a:gd name="connsiteX2" fmla="*/ 1292119 w 1320972"/>
                <a:gd name="connsiteY2" fmla="*/ 733526 h 1135192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53990"/>
                <a:gd name="connsiteY0" fmla="*/ 0 h 733526"/>
                <a:gd name="connsiteX1" fmla="*/ 631633 w 653990"/>
                <a:gd name="connsiteY1" fmla="*/ 733526 h 733526"/>
                <a:gd name="connsiteX2" fmla="*/ 0 w 653990"/>
                <a:gd name="connsiteY2" fmla="*/ 0 h 733526"/>
                <a:gd name="connsiteX0" fmla="*/ 0 w 653990"/>
                <a:gd name="connsiteY0" fmla="*/ 0 h 733526"/>
                <a:gd name="connsiteX1" fmla="*/ 451362 w 653990"/>
                <a:gd name="connsiteY1" fmla="*/ 181598 h 733526"/>
                <a:gd name="connsiteX2" fmla="*/ 631633 w 653990"/>
                <a:gd name="connsiteY2" fmla="*/ 733526 h 733526"/>
                <a:gd name="connsiteX0" fmla="*/ 18423 w 672413"/>
                <a:gd name="connsiteY0" fmla="*/ 6893 h 740419"/>
                <a:gd name="connsiteX1" fmla="*/ 650056 w 672413"/>
                <a:gd name="connsiteY1" fmla="*/ 740419 h 740419"/>
                <a:gd name="connsiteX2" fmla="*/ 18423 w 672413"/>
                <a:gd name="connsiteY2" fmla="*/ 6893 h 740419"/>
                <a:gd name="connsiteX0" fmla="*/ 0 w 672413"/>
                <a:gd name="connsiteY0" fmla="*/ 0 h 740419"/>
                <a:gd name="connsiteX1" fmla="*/ 469785 w 672413"/>
                <a:gd name="connsiteY1" fmla="*/ 188491 h 740419"/>
                <a:gd name="connsiteX2" fmla="*/ 650056 w 672413"/>
                <a:gd name="connsiteY2" fmla="*/ 740419 h 740419"/>
                <a:gd name="connsiteX0" fmla="*/ 16748 w 670738"/>
                <a:gd name="connsiteY0" fmla="*/ 0 h 733526"/>
                <a:gd name="connsiteX1" fmla="*/ 648381 w 670738"/>
                <a:gd name="connsiteY1" fmla="*/ 733526 h 733526"/>
                <a:gd name="connsiteX2" fmla="*/ 16748 w 670738"/>
                <a:gd name="connsiteY2" fmla="*/ 0 h 733526"/>
                <a:gd name="connsiteX0" fmla="*/ 0 w 670738"/>
                <a:gd name="connsiteY0" fmla="*/ 1723 h 733526"/>
                <a:gd name="connsiteX1" fmla="*/ 468110 w 670738"/>
                <a:gd name="connsiteY1" fmla="*/ 181598 h 733526"/>
                <a:gd name="connsiteX2" fmla="*/ 648381 w 670738"/>
                <a:gd name="connsiteY2" fmla="*/ 733526 h 733526"/>
                <a:gd name="connsiteX0" fmla="*/ 16748 w 670738"/>
                <a:gd name="connsiteY0" fmla="*/ 0 h 733526"/>
                <a:gd name="connsiteX1" fmla="*/ 648381 w 670738"/>
                <a:gd name="connsiteY1" fmla="*/ 733526 h 733526"/>
                <a:gd name="connsiteX2" fmla="*/ 16748 w 670738"/>
                <a:gd name="connsiteY2" fmla="*/ 0 h 733526"/>
                <a:gd name="connsiteX0" fmla="*/ 0 w 670738"/>
                <a:gd name="connsiteY0" fmla="*/ 1723 h 733526"/>
                <a:gd name="connsiteX1" fmla="*/ 468110 w 670738"/>
                <a:gd name="connsiteY1" fmla="*/ 181598 h 733526"/>
                <a:gd name="connsiteX2" fmla="*/ 648381 w 670738"/>
                <a:gd name="connsiteY2" fmla="*/ 733526 h 733526"/>
                <a:gd name="connsiteX0" fmla="*/ 16748 w 676595"/>
                <a:gd name="connsiteY0" fmla="*/ 0 h 735249"/>
                <a:gd name="connsiteX1" fmla="*/ 648381 w 676595"/>
                <a:gd name="connsiteY1" fmla="*/ 733526 h 735249"/>
                <a:gd name="connsiteX2" fmla="*/ 16748 w 676595"/>
                <a:gd name="connsiteY2" fmla="*/ 0 h 735249"/>
                <a:gd name="connsiteX0" fmla="*/ 0 w 676595"/>
                <a:gd name="connsiteY0" fmla="*/ 1723 h 735249"/>
                <a:gd name="connsiteX1" fmla="*/ 468110 w 676595"/>
                <a:gd name="connsiteY1" fmla="*/ 181598 h 735249"/>
                <a:gd name="connsiteX2" fmla="*/ 655080 w 676595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745134"/>
                <a:gd name="connsiteY0" fmla="*/ 0 h 733526"/>
                <a:gd name="connsiteX1" fmla="*/ 648381 w 745134"/>
                <a:gd name="connsiteY1" fmla="*/ 733526 h 733526"/>
                <a:gd name="connsiteX2" fmla="*/ 16748 w 745134"/>
                <a:gd name="connsiteY2" fmla="*/ 0 h 733526"/>
                <a:gd name="connsiteX0" fmla="*/ 0 w 745134"/>
                <a:gd name="connsiteY0" fmla="*/ 1723 h 733526"/>
                <a:gd name="connsiteX1" fmla="*/ 468110 w 745134"/>
                <a:gd name="connsiteY1" fmla="*/ 181598 h 733526"/>
                <a:gd name="connsiteX2" fmla="*/ 745134 w 745134"/>
                <a:gd name="connsiteY2" fmla="*/ 700415 h 733526"/>
                <a:gd name="connsiteX0" fmla="*/ 16748 w 745134"/>
                <a:gd name="connsiteY0" fmla="*/ 0 h 733526"/>
                <a:gd name="connsiteX1" fmla="*/ 648381 w 745134"/>
                <a:gd name="connsiteY1" fmla="*/ 733526 h 733526"/>
                <a:gd name="connsiteX2" fmla="*/ 16748 w 745134"/>
                <a:gd name="connsiteY2" fmla="*/ 0 h 733526"/>
                <a:gd name="connsiteX0" fmla="*/ 0 w 745134"/>
                <a:gd name="connsiteY0" fmla="*/ 1723 h 733526"/>
                <a:gd name="connsiteX1" fmla="*/ 641766 w 745134"/>
                <a:gd name="connsiteY1" fmla="*/ 114883 h 733526"/>
                <a:gd name="connsiteX2" fmla="*/ 745134 w 745134"/>
                <a:gd name="connsiteY2" fmla="*/ 700415 h 733526"/>
                <a:gd name="connsiteX0" fmla="*/ 16748 w 745134"/>
                <a:gd name="connsiteY0" fmla="*/ 7111 h 740637"/>
                <a:gd name="connsiteX1" fmla="*/ 648381 w 745134"/>
                <a:gd name="connsiteY1" fmla="*/ 740637 h 740637"/>
                <a:gd name="connsiteX2" fmla="*/ 16748 w 745134"/>
                <a:gd name="connsiteY2" fmla="*/ 7111 h 740637"/>
                <a:gd name="connsiteX0" fmla="*/ 0 w 745134"/>
                <a:gd name="connsiteY0" fmla="*/ 8834 h 740637"/>
                <a:gd name="connsiteX1" fmla="*/ 641766 w 745134"/>
                <a:gd name="connsiteY1" fmla="*/ 121994 h 740637"/>
                <a:gd name="connsiteX2" fmla="*/ 745134 w 745134"/>
                <a:gd name="connsiteY2" fmla="*/ 707526 h 740637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07208"/>
                <a:gd name="connsiteY0" fmla="*/ 2137 h 735663"/>
                <a:gd name="connsiteX1" fmla="*/ 648381 w 707208"/>
                <a:gd name="connsiteY1" fmla="*/ 735663 h 735663"/>
                <a:gd name="connsiteX2" fmla="*/ 16748 w 707208"/>
                <a:gd name="connsiteY2" fmla="*/ 2137 h 735663"/>
                <a:gd name="connsiteX0" fmla="*/ 0 w 707208"/>
                <a:gd name="connsiteY0" fmla="*/ 3860 h 735663"/>
                <a:gd name="connsiteX1" fmla="*/ 641766 w 707208"/>
                <a:gd name="connsiteY1" fmla="*/ 117020 h 735663"/>
                <a:gd name="connsiteX2" fmla="*/ 700500 w 707208"/>
                <a:gd name="connsiteY2" fmla="*/ 729988 h 735663"/>
                <a:gd name="connsiteX0" fmla="*/ 16748 w 715078"/>
                <a:gd name="connsiteY0" fmla="*/ 2137 h 735663"/>
                <a:gd name="connsiteX1" fmla="*/ 648381 w 715078"/>
                <a:gd name="connsiteY1" fmla="*/ 735663 h 735663"/>
                <a:gd name="connsiteX2" fmla="*/ 16748 w 715078"/>
                <a:gd name="connsiteY2" fmla="*/ 2137 h 735663"/>
                <a:gd name="connsiteX0" fmla="*/ 0 w 715078"/>
                <a:gd name="connsiteY0" fmla="*/ 3860 h 735663"/>
                <a:gd name="connsiteX1" fmla="*/ 641766 w 715078"/>
                <a:gd name="connsiteY1" fmla="*/ 117020 h 735663"/>
                <a:gd name="connsiteX2" fmla="*/ 700500 w 715078"/>
                <a:gd name="connsiteY2" fmla="*/ 729988 h 735663"/>
                <a:gd name="connsiteX0" fmla="*/ 16748 w 709631"/>
                <a:gd name="connsiteY0" fmla="*/ 2137 h 736955"/>
                <a:gd name="connsiteX1" fmla="*/ 648381 w 709631"/>
                <a:gd name="connsiteY1" fmla="*/ 735663 h 736955"/>
                <a:gd name="connsiteX2" fmla="*/ 16748 w 709631"/>
                <a:gd name="connsiteY2" fmla="*/ 2137 h 736955"/>
                <a:gd name="connsiteX0" fmla="*/ 0 w 709631"/>
                <a:gd name="connsiteY0" fmla="*/ 3860 h 736955"/>
                <a:gd name="connsiteX1" fmla="*/ 641766 w 709631"/>
                <a:gd name="connsiteY1" fmla="*/ 117020 h 736955"/>
                <a:gd name="connsiteX2" fmla="*/ 677223 w 709631"/>
                <a:gd name="connsiteY2" fmla="*/ 736955 h 736955"/>
                <a:gd name="connsiteX0" fmla="*/ 16748 w 716960"/>
                <a:gd name="connsiteY0" fmla="*/ 2137 h 736955"/>
                <a:gd name="connsiteX1" fmla="*/ 648381 w 716960"/>
                <a:gd name="connsiteY1" fmla="*/ 735663 h 736955"/>
                <a:gd name="connsiteX2" fmla="*/ 16748 w 716960"/>
                <a:gd name="connsiteY2" fmla="*/ 2137 h 736955"/>
                <a:gd name="connsiteX0" fmla="*/ 0 w 716960"/>
                <a:gd name="connsiteY0" fmla="*/ 3860 h 736955"/>
                <a:gd name="connsiteX1" fmla="*/ 641766 w 716960"/>
                <a:gd name="connsiteY1" fmla="*/ 117020 h 736955"/>
                <a:gd name="connsiteX2" fmla="*/ 677223 w 716960"/>
                <a:gd name="connsiteY2" fmla="*/ 736955 h 736955"/>
                <a:gd name="connsiteX0" fmla="*/ 16748 w 719472"/>
                <a:gd name="connsiteY0" fmla="*/ 2137 h 735663"/>
                <a:gd name="connsiteX1" fmla="*/ 648381 w 719472"/>
                <a:gd name="connsiteY1" fmla="*/ 735663 h 735663"/>
                <a:gd name="connsiteX2" fmla="*/ 16748 w 719472"/>
                <a:gd name="connsiteY2" fmla="*/ 2137 h 735663"/>
                <a:gd name="connsiteX0" fmla="*/ 0 w 719472"/>
                <a:gd name="connsiteY0" fmla="*/ 3860 h 735663"/>
                <a:gd name="connsiteX1" fmla="*/ 641766 w 719472"/>
                <a:gd name="connsiteY1" fmla="*/ 117020 h 735663"/>
                <a:gd name="connsiteX2" fmla="*/ 686534 w 719472"/>
                <a:gd name="connsiteY2" fmla="*/ 734168 h 735663"/>
                <a:gd name="connsiteX0" fmla="*/ 16748 w 709291"/>
                <a:gd name="connsiteY0" fmla="*/ 2137 h 735663"/>
                <a:gd name="connsiteX1" fmla="*/ 648381 w 709291"/>
                <a:gd name="connsiteY1" fmla="*/ 735663 h 735663"/>
                <a:gd name="connsiteX2" fmla="*/ 16748 w 709291"/>
                <a:gd name="connsiteY2" fmla="*/ 2137 h 735663"/>
                <a:gd name="connsiteX0" fmla="*/ 0 w 709291"/>
                <a:gd name="connsiteY0" fmla="*/ 3860 h 735663"/>
                <a:gd name="connsiteX1" fmla="*/ 641766 w 709291"/>
                <a:gd name="connsiteY1" fmla="*/ 117020 h 735663"/>
                <a:gd name="connsiteX2" fmla="*/ 686534 w 709291"/>
                <a:gd name="connsiteY2" fmla="*/ 734168 h 735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9291" h="735663" stroke="0" extrusionOk="0">
                  <a:moveTo>
                    <a:pt x="16748" y="2137"/>
                  </a:moveTo>
                  <a:lnTo>
                    <a:pt x="648381" y="735663"/>
                  </a:lnTo>
                  <a:lnTo>
                    <a:pt x="16748" y="2137"/>
                  </a:lnTo>
                  <a:close/>
                </a:path>
                <a:path w="709291" h="735663" fill="none">
                  <a:moveTo>
                    <a:pt x="0" y="3860"/>
                  </a:moveTo>
                  <a:cubicBezTo>
                    <a:pt x="199289" y="29708"/>
                    <a:pt x="445135" y="-69694"/>
                    <a:pt x="641766" y="117020"/>
                  </a:cubicBezTo>
                  <a:cubicBezTo>
                    <a:pt x="790419" y="292124"/>
                    <a:pt x="640340" y="522192"/>
                    <a:pt x="686534" y="734168"/>
                  </a:cubicBezTo>
                </a:path>
              </a:pathLst>
            </a:cu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3F47A19-8FCD-45B9-BB40-DE00057F6FF9}"/>
                </a:ext>
              </a:extLst>
            </p:cNvPr>
            <p:cNvSpPr txBox="1"/>
            <p:nvPr/>
          </p:nvSpPr>
          <p:spPr>
            <a:xfrm>
              <a:off x="5289724" y="1592467"/>
              <a:ext cx="28058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r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997FA72-1BB7-49A8-920A-090367107060}"/>
                </a:ext>
              </a:extLst>
            </p:cNvPr>
            <p:cNvSpPr txBox="1"/>
            <p:nvPr/>
          </p:nvSpPr>
          <p:spPr>
            <a:xfrm>
              <a:off x="4423492" y="788350"/>
              <a:ext cx="419401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US" sz="1600" b="1" dirty="0">
                  <a:solidFill>
                    <a:srgbClr val="FFFF00"/>
                  </a:solidFill>
                  <a:latin typeface="Symbol" panose="05050102010706020507" pitchFamily="18" charset="2"/>
                </a:rPr>
                <a:t>y</a:t>
              </a:r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(r)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8097D97-36B1-4E0F-B994-3642929BC50F}"/>
                </a:ext>
              </a:extLst>
            </p:cNvPr>
            <p:cNvCxnSpPr>
              <a:cxnSpLocks/>
            </p:cNvCxnSpPr>
            <p:nvPr/>
          </p:nvCxnSpPr>
          <p:spPr>
            <a:xfrm>
              <a:off x="5825310" y="1017793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9B1F1B3-26AA-4480-8FA5-5FA29C05D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4722" y="511074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Arc 92">
              <a:extLst>
                <a:ext uri="{FF2B5EF4-FFF2-40B4-BE49-F238E27FC236}">
                  <a16:creationId xmlns:a16="http://schemas.microsoft.com/office/drawing/2014/main" id="{C977AB92-46D0-4990-9778-2E270AAB76CD}"/>
                </a:ext>
              </a:extLst>
            </p:cNvPr>
            <p:cNvSpPr/>
            <p:nvPr/>
          </p:nvSpPr>
          <p:spPr>
            <a:xfrm rot="2855655" flipV="1">
              <a:off x="4808221" y="732954"/>
              <a:ext cx="1512289" cy="775516"/>
            </a:xfrm>
            <a:custGeom>
              <a:avLst/>
              <a:gdLst>
                <a:gd name="connsiteX0" fmla="*/ 660486 w 1320972"/>
                <a:gd name="connsiteY0" fmla="*/ 0 h 1135192"/>
                <a:gd name="connsiteX1" fmla="*/ 1152045 w 1320972"/>
                <a:gd name="connsiteY1" fmla="*/ 188491 h 1135192"/>
                <a:gd name="connsiteX2" fmla="*/ 1292119 w 1320972"/>
                <a:gd name="connsiteY2" fmla="*/ 733526 h 1135192"/>
                <a:gd name="connsiteX3" fmla="*/ 660486 w 1320972"/>
                <a:gd name="connsiteY3" fmla="*/ 567596 h 1135192"/>
                <a:gd name="connsiteX4" fmla="*/ 660486 w 1320972"/>
                <a:gd name="connsiteY4" fmla="*/ 0 h 1135192"/>
                <a:gd name="connsiteX0" fmla="*/ 660486 w 1320972"/>
                <a:gd name="connsiteY0" fmla="*/ 0 h 1135192"/>
                <a:gd name="connsiteX1" fmla="*/ 1152045 w 1320972"/>
                <a:gd name="connsiteY1" fmla="*/ 188491 h 1135192"/>
                <a:gd name="connsiteX2" fmla="*/ 1292119 w 1320972"/>
                <a:gd name="connsiteY2" fmla="*/ 733526 h 1135192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53990"/>
                <a:gd name="connsiteY0" fmla="*/ 0 h 733526"/>
                <a:gd name="connsiteX1" fmla="*/ 631633 w 653990"/>
                <a:gd name="connsiteY1" fmla="*/ 733526 h 733526"/>
                <a:gd name="connsiteX2" fmla="*/ 0 w 653990"/>
                <a:gd name="connsiteY2" fmla="*/ 0 h 733526"/>
                <a:gd name="connsiteX0" fmla="*/ 0 w 653990"/>
                <a:gd name="connsiteY0" fmla="*/ 0 h 733526"/>
                <a:gd name="connsiteX1" fmla="*/ 451362 w 653990"/>
                <a:gd name="connsiteY1" fmla="*/ 181598 h 733526"/>
                <a:gd name="connsiteX2" fmla="*/ 631633 w 653990"/>
                <a:gd name="connsiteY2" fmla="*/ 733526 h 733526"/>
                <a:gd name="connsiteX0" fmla="*/ 18423 w 672413"/>
                <a:gd name="connsiteY0" fmla="*/ 6893 h 740419"/>
                <a:gd name="connsiteX1" fmla="*/ 650056 w 672413"/>
                <a:gd name="connsiteY1" fmla="*/ 740419 h 740419"/>
                <a:gd name="connsiteX2" fmla="*/ 18423 w 672413"/>
                <a:gd name="connsiteY2" fmla="*/ 6893 h 740419"/>
                <a:gd name="connsiteX0" fmla="*/ 0 w 672413"/>
                <a:gd name="connsiteY0" fmla="*/ 0 h 740419"/>
                <a:gd name="connsiteX1" fmla="*/ 469785 w 672413"/>
                <a:gd name="connsiteY1" fmla="*/ 188491 h 740419"/>
                <a:gd name="connsiteX2" fmla="*/ 650056 w 672413"/>
                <a:gd name="connsiteY2" fmla="*/ 740419 h 740419"/>
                <a:gd name="connsiteX0" fmla="*/ 16748 w 670738"/>
                <a:gd name="connsiteY0" fmla="*/ 0 h 733526"/>
                <a:gd name="connsiteX1" fmla="*/ 648381 w 670738"/>
                <a:gd name="connsiteY1" fmla="*/ 733526 h 733526"/>
                <a:gd name="connsiteX2" fmla="*/ 16748 w 670738"/>
                <a:gd name="connsiteY2" fmla="*/ 0 h 733526"/>
                <a:gd name="connsiteX0" fmla="*/ 0 w 670738"/>
                <a:gd name="connsiteY0" fmla="*/ 1723 h 733526"/>
                <a:gd name="connsiteX1" fmla="*/ 468110 w 670738"/>
                <a:gd name="connsiteY1" fmla="*/ 181598 h 733526"/>
                <a:gd name="connsiteX2" fmla="*/ 648381 w 670738"/>
                <a:gd name="connsiteY2" fmla="*/ 733526 h 733526"/>
                <a:gd name="connsiteX0" fmla="*/ 16748 w 670738"/>
                <a:gd name="connsiteY0" fmla="*/ 0 h 733526"/>
                <a:gd name="connsiteX1" fmla="*/ 648381 w 670738"/>
                <a:gd name="connsiteY1" fmla="*/ 733526 h 733526"/>
                <a:gd name="connsiteX2" fmla="*/ 16748 w 670738"/>
                <a:gd name="connsiteY2" fmla="*/ 0 h 733526"/>
                <a:gd name="connsiteX0" fmla="*/ 0 w 670738"/>
                <a:gd name="connsiteY0" fmla="*/ 1723 h 733526"/>
                <a:gd name="connsiteX1" fmla="*/ 468110 w 670738"/>
                <a:gd name="connsiteY1" fmla="*/ 181598 h 733526"/>
                <a:gd name="connsiteX2" fmla="*/ 648381 w 670738"/>
                <a:gd name="connsiteY2" fmla="*/ 733526 h 733526"/>
                <a:gd name="connsiteX0" fmla="*/ 16748 w 676595"/>
                <a:gd name="connsiteY0" fmla="*/ 0 h 735249"/>
                <a:gd name="connsiteX1" fmla="*/ 648381 w 676595"/>
                <a:gd name="connsiteY1" fmla="*/ 733526 h 735249"/>
                <a:gd name="connsiteX2" fmla="*/ 16748 w 676595"/>
                <a:gd name="connsiteY2" fmla="*/ 0 h 735249"/>
                <a:gd name="connsiteX0" fmla="*/ 0 w 676595"/>
                <a:gd name="connsiteY0" fmla="*/ 1723 h 735249"/>
                <a:gd name="connsiteX1" fmla="*/ 468110 w 676595"/>
                <a:gd name="connsiteY1" fmla="*/ 181598 h 735249"/>
                <a:gd name="connsiteX2" fmla="*/ 655080 w 676595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745134"/>
                <a:gd name="connsiteY0" fmla="*/ 0 h 733526"/>
                <a:gd name="connsiteX1" fmla="*/ 648381 w 745134"/>
                <a:gd name="connsiteY1" fmla="*/ 733526 h 733526"/>
                <a:gd name="connsiteX2" fmla="*/ 16748 w 745134"/>
                <a:gd name="connsiteY2" fmla="*/ 0 h 733526"/>
                <a:gd name="connsiteX0" fmla="*/ 0 w 745134"/>
                <a:gd name="connsiteY0" fmla="*/ 1723 h 733526"/>
                <a:gd name="connsiteX1" fmla="*/ 468110 w 745134"/>
                <a:gd name="connsiteY1" fmla="*/ 181598 h 733526"/>
                <a:gd name="connsiteX2" fmla="*/ 745134 w 745134"/>
                <a:gd name="connsiteY2" fmla="*/ 700415 h 733526"/>
                <a:gd name="connsiteX0" fmla="*/ 16748 w 745134"/>
                <a:gd name="connsiteY0" fmla="*/ 0 h 733526"/>
                <a:gd name="connsiteX1" fmla="*/ 648381 w 745134"/>
                <a:gd name="connsiteY1" fmla="*/ 733526 h 733526"/>
                <a:gd name="connsiteX2" fmla="*/ 16748 w 745134"/>
                <a:gd name="connsiteY2" fmla="*/ 0 h 733526"/>
                <a:gd name="connsiteX0" fmla="*/ 0 w 745134"/>
                <a:gd name="connsiteY0" fmla="*/ 1723 h 733526"/>
                <a:gd name="connsiteX1" fmla="*/ 641766 w 745134"/>
                <a:gd name="connsiteY1" fmla="*/ 114883 h 733526"/>
                <a:gd name="connsiteX2" fmla="*/ 745134 w 745134"/>
                <a:gd name="connsiteY2" fmla="*/ 700415 h 733526"/>
                <a:gd name="connsiteX0" fmla="*/ 16748 w 745134"/>
                <a:gd name="connsiteY0" fmla="*/ 7111 h 740637"/>
                <a:gd name="connsiteX1" fmla="*/ 648381 w 745134"/>
                <a:gd name="connsiteY1" fmla="*/ 740637 h 740637"/>
                <a:gd name="connsiteX2" fmla="*/ 16748 w 745134"/>
                <a:gd name="connsiteY2" fmla="*/ 7111 h 740637"/>
                <a:gd name="connsiteX0" fmla="*/ 0 w 745134"/>
                <a:gd name="connsiteY0" fmla="*/ 8834 h 740637"/>
                <a:gd name="connsiteX1" fmla="*/ 641766 w 745134"/>
                <a:gd name="connsiteY1" fmla="*/ 121994 h 740637"/>
                <a:gd name="connsiteX2" fmla="*/ 745134 w 745134"/>
                <a:gd name="connsiteY2" fmla="*/ 707526 h 740637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1438172"/>
                <a:gd name="connsiteY0" fmla="*/ 2137 h 735663"/>
                <a:gd name="connsiteX1" fmla="*/ 648381 w 1438172"/>
                <a:gd name="connsiteY1" fmla="*/ 735663 h 735663"/>
                <a:gd name="connsiteX2" fmla="*/ 16748 w 1438172"/>
                <a:gd name="connsiteY2" fmla="*/ 2137 h 735663"/>
                <a:gd name="connsiteX0" fmla="*/ 0 w 1438172"/>
                <a:gd name="connsiteY0" fmla="*/ 3860 h 735663"/>
                <a:gd name="connsiteX1" fmla="*/ 641766 w 1438172"/>
                <a:gd name="connsiteY1" fmla="*/ 117020 h 735663"/>
                <a:gd name="connsiteX2" fmla="*/ 1438172 w 1438172"/>
                <a:gd name="connsiteY2" fmla="*/ 399837 h 735663"/>
                <a:gd name="connsiteX0" fmla="*/ 16748 w 1438172"/>
                <a:gd name="connsiteY0" fmla="*/ 176633 h 910159"/>
                <a:gd name="connsiteX1" fmla="*/ 648381 w 1438172"/>
                <a:gd name="connsiteY1" fmla="*/ 910159 h 910159"/>
                <a:gd name="connsiteX2" fmla="*/ 16748 w 1438172"/>
                <a:gd name="connsiteY2" fmla="*/ 176633 h 910159"/>
                <a:gd name="connsiteX0" fmla="*/ 0 w 1438172"/>
                <a:gd name="connsiteY0" fmla="*/ 178356 h 910159"/>
                <a:gd name="connsiteX1" fmla="*/ 791987 w 1438172"/>
                <a:gd name="connsiteY1" fmla="*/ 57011 h 910159"/>
                <a:gd name="connsiteX2" fmla="*/ 1438172 w 1438172"/>
                <a:gd name="connsiteY2" fmla="*/ 574333 h 910159"/>
                <a:gd name="connsiteX0" fmla="*/ 16748 w 1438172"/>
                <a:gd name="connsiteY0" fmla="*/ 176633 h 910159"/>
                <a:gd name="connsiteX1" fmla="*/ 648381 w 1438172"/>
                <a:gd name="connsiteY1" fmla="*/ 910159 h 910159"/>
                <a:gd name="connsiteX2" fmla="*/ 16748 w 1438172"/>
                <a:gd name="connsiteY2" fmla="*/ 176633 h 910159"/>
                <a:gd name="connsiteX0" fmla="*/ 0 w 1438172"/>
                <a:gd name="connsiteY0" fmla="*/ 178356 h 910159"/>
                <a:gd name="connsiteX1" fmla="*/ 791987 w 1438172"/>
                <a:gd name="connsiteY1" fmla="*/ 57011 h 910159"/>
                <a:gd name="connsiteX2" fmla="*/ 1438172 w 1438172"/>
                <a:gd name="connsiteY2" fmla="*/ 574333 h 910159"/>
                <a:gd name="connsiteX0" fmla="*/ 16748 w 1438172"/>
                <a:gd name="connsiteY0" fmla="*/ 176633 h 910159"/>
                <a:gd name="connsiteX1" fmla="*/ 648381 w 1438172"/>
                <a:gd name="connsiteY1" fmla="*/ 910159 h 910159"/>
                <a:gd name="connsiteX2" fmla="*/ 16748 w 1438172"/>
                <a:gd name="connsiteY2" fmla="*/ 176633 h 910159"/>
                <a:gd name="connsiteX0" fmla="*/ 0 w 1438172"/>
                <a:gd name="connsiteY0" fmla="*/ 178356 h 910159"/>
                <a:gd name="connsiteX1" fmla="*/ 791987 w 1438172"/>
                <a:gd name="connsiteY1" fmla="*/ 57011 h 910159"/>
                <a:gd name="connsiteX2" fmla="*/ 1438172 w 1438172"/>
                <a:gd name="connsiteY2" fmla="*/ 574333 h 910159"/>
                <a:gd name="connsiteX0" fmla="*/ 16748 w 1438172"/>
                <a:gd name="connsiteY0" fmla="*/ 176633 h 910159"/>
                <a:gd name="connsiteX1" fmla="*/ 648381 w 1438172"/>
                <a:gd name="connsiteY1" fmla="*/ 910159 h 910159"/>
                <a:gd name="connsiteX2" fmla="*/ 16748 w 1438172"/>
                <a:gd name="connsiteY2" fmla="*/ 176633 h 910159"/>
                <a:gd name="connsiteX0" fmla="*/ 0 w 1438172"/>
                <a:gd name="connsiteY0" fmla="*/ 178356 h 910159"/>
                <a:gd name="connsiteX1" fmla="*/ 791987 w 1438172"/>
                <a:gd name="connsiteY1" fmla="*/ 57011 h 910159"/>
                <a:gd name="connsiteX2" fmla="*/ 1438172 w 1438172"/>
                <a:gd name="connsiteY2" fmla="*/ 574333 h 910159"/>
                <a:gd name="connsiteX0" fmla="*/ 16748 w 1438172"/>
                <a:gd name="connsiteY0" fmla="*/ 129532 h 863058"/>
                <a:gd name="connsiteX1" fmla="*/ 648381 w 1438172"/>
                <a:gd name="connsiteY1" fmla="*/ 863058 h 863058"/>
                <a:gd name="connsiteX2" fmla="*/ 16748 w 1438172"/>
                <a:gd name="connsiteY2" fmla="*/ 129532 h 863058"/>
                <a:gd name="connsiteX0" fmla="*/ 0 w 1438172"/>
                <a:gd name="connsiteY0" fmla="*/ 131255 h 863058"/>
                <a:gd name="connsiteX1" fmla="*/ 791987 w 1438172"/>
                <a:gd name="connsiteY1" fmla="*/ 9910 h 863058"/>
                <a:gd name="connsiteX2" fmla="*/ 1438172 w 1438172"/>
                <a:gd name="connsiteY2" fmla="*/ 527232 h 863058"/>
                <a:gd name="connsiteX0" fmla="*/ 16748 w 1438172"/>
                <a:gd name="connsiteY0" fmla="*/ 148532 h 882058"/>
                <a:gd name="connsiteX1" fmla="*/ 648381 w 1438172"/>
                <a:gd name="connsiteY1" fmla="*/ 882058 h 882058"/>
                <a:gd name="connsiteX2" fmla="*/ 16748 w 1438172"/>
                <a:gd name="connsiteY2" fmla="*/ 148532 h 882058"/>
                <a:gd name="connsiteX0" fmla="*/ 0 w 1438172"/>
                <a:gd name="connsiteY0" fmla="*/ 150255 h 882058"/>
                <a:gd name="connsiteX1" fmla="*/ 791987 w 1438172"/>
                <a:gd name="connsiteY1" fmla="*/ 28910 h 882058"/>
                <a:gd name="connsiteX2" fmla="*/ 1438172 w 1438172"/>
                <a:gd name="connsiteY2" fmla="*/ 546232 h 882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8172" h="882058" stroke="0" extrusionOk="0">
                  <a:moveTo>
                    <a:pt x="16748" y="148532"/>
                  </a:moveTo>
                  <a:lnTo>
                    <a:pt x="648381" y="882058"/>
                  </a:lnTo>
                  <a:lnTo>
                    <a:pt x="16748" y="148532"/>
                  </a:lnTo>
                  <a:close/>
                </a:path>
                <a:path w="1438172" h="882058" fill="none">
                  <a:moveTo>
                    <a:pt x="0" y="150255"/>
                  </a:moveTo>
                  <a:cubicBezTo>
                    <a:pt x="395926" y="-8670"/>
                    <a:pt x="565905" y="-27445"/>
                    <a:pt x="791987" y="28910"/>
                  </a:cubicBezTo>
                  <a:cubicBezTo>
                    <a:pt x="1107851" y="102591"/>
                    <a:pt x="1369345" y="474829"/>
                    <a:pt x="1438172" y="546232"/>
                  </a:cubicBezTo>
                </a:path>
              </a:pathLst>
            </a:cu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437CA6C-253C-4B31-99B8-B27EDD473729}"/>
                </a:ext>
              </a:extLst>
            </p:cNvPr>
            <p:cNvCxnSpPr>
              <a:cxnSpLocks/>
            </p:cNvCxnSpPr>
            <p:nvPr/>
          </p:nvCxnSpPr>
          <p:spPr>
            <a:xfrm>
              <a:off x="4858777" y="1620564"/>
              <a:ext cx="1465065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FA33352-E175-4F64-850E-A07A691605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6389" y="291987"/>
              <a:ext cx="0" cy="133366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78C9556-AFC5-4A77-B766-A5BD69C453E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685997" y="1613942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658D303-9DB6-4816-855C-03894644F527}"/>
                </a:ext>
              </a:extLst>
            </p:cNvPr>
            <p:cNvSpPr txBox="1"/>
            <p:nvPr/>
          </p:nvSpPr>
          <p:spPr>
            <a:xfrm>
              <a:off x="4719669" y="58755"/>
              <a:ext cx="28117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1s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596B02D-AF06-428B-A7F6-65CCAF804D04}"/>
                </a:ext>
              </a:extLst>
            </p:cNvPr>
            <p:cNvSpPr txBox="1"/>
            <p:nvPr/>
          </p:nvSpPr>
          <p:spPr>
            <a:xfrm>
              <a:off x="7834095" y="1701454"/>
              <a:ext cx="28058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r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9193003-111F-4EAD-8C10-502B99542B5D}"/>
                </a:ext>
              </a:extLst>
            </p:cNvPr>
            <p:cNvSpPr txBox="1"/>
            <p:nvPr/>
          </p:nvSpPr>
          <p:spPr>
            <a:xfrm>
              <a:off x="6488781" y="788350"/>
              <a:ext cx="419401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US" sz="1600" b="1" dirty="0">
                  <a:solidFill>
                    <a:srgbClr val="FFFF00"/>
                  </a:solidFill>
                  <a:latin typeface="Symbol" panose="05050102010706020507" pitchFamily="18" charset="2"/>
                </a:rPr>
                <a:t>y</a:t>
              </a:r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(r)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A69638C-964C-42C1-8625-9464F94974BF}"/>
                </a:ext>
              </a:extLst>
            </p:cNvPr>
            <p:cNvCxnSpPr>
              <a:cxnSpLocks/>
            </p:cNvCxnSpPr>
            <p:nvPr/>
          </p:nvCxnSpPr>
          <p:spPr>
            <a:xfrm>
              <a:off x="7890599" y="1017793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48F206D-C0BE-40DB-B391-327D767760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0011" y="511074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F1B2A5A-3721-4427-8C13-EBD397985C8D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66" y="1620564"/>
              <a:ext cx="1465065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0256828-94BD-49C6-9218-92799CABA0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1678" y="291987"/>
              <a:ext cx="0" cy="133366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6B9654B-F765-43BF-9462-8D847CDF934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230368" y="1722929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B951F75-3563-41AC-8DE4-FE4C0446C4C6}"/>
                </a:ext>
              </a:extLst>
            </p:cNvPr>
            <p:cNvSpPr txBox="1"/>
            <p:nvPr/>
          </p:nvSpPr>
          <p:spPr>
            <a:xfrm>
              <a:off x="6784958" y="58755"/>
              <a:ext cx="28117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2s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3761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6"/>
            <a:ext cx="52212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Orbital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9180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Graphs of Radial Part of Schrodinger Wave Equation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54A4-9164-4E26-85E5-A79126E27392}"/>
              </a:ext>
            </a:extLst>
          </p:cNvPr>
          <p:cNvSpPr txBox="1"/>
          <p:nvPr/>
        </p:nvSpPr>
        <p:spPr>
          <a:xfrm>
            <a:off x="3311526" y="1707516"/>
            <a:ext cx="52212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US" sz="1600" dirty="0">
                <a:solidFill>
                  <a:srgbClr val="00FF00"/>
                </a:solidFill>
                <a:latin typeface="Montserrat SemiBold" panose="00000700000000000000" pitchFamily="2" charset="0"/>
                <a:cs typeface="Arial" pitchFamily="34" charset="0"/>
              </a:rPr>
              <a:t>Radial probability density curve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FEC449-1B70-45E3-A8D7-65B9D2CA9683}"/>
              </a:ext>
            </a:extLst>
          </p:cNvPr>
          <p:cNvGrpSpPr/>
          <p:nvPr/>
        </p:nvGrpSpPr>
        <p:grpSpPr>
          <a:xfrm>
            <a:off x="4211442" y="2174128"/>
            <a:ext cx="3965639" cy="1589013"/>
            <a:chOff x="4423492" y="2210088"/>
            <a:chExt cx="3965639" cy="1589013"/>
          </a:xfrm>
        </p:grpSpPr>
        <p:sp>
          <p:nvSpPr>
            <p:cNvPr id="9" name="Arc 92">
              <a:extLst>
                <a:ext uri="{FF2B5EF4-FFF2-40B4-BE49-F238E27FC236}">
                  <a16:creationId xmlns:a16="http://schemas.microsoft.com/office/drawing/2014/main" id="{6147882E-0147-434D-802F-C8E85C8AAF29}"/>
                </a:ext>
              </a:extLst>
            </p:cNvPr>
            <p:cNvSpPr/>
            <p:nvPr/>
          </p:nvSpPr>
          <p:spPr>
            <a:xfrm rot="4700213" flipV="1">
              <a:off x="6916941" y="2461087"/>
              <a:ext cx="1273312" cy="1015568"/>
            </a:xfrm>
            <a:custGeom>
              <a:avLst/>
              <a:gdLst>
                <a:gd name="connsiteX0" fmla="*/ 660486 w 1320972"/>
                <a:gd name="connsiteY0" fmla="*/ 0 h 1135192"/>
                <a:gd name="connsiteX1" fmla="*/ 1152045 w 1320972"/>
                <a:gd name="connsiteY1" fmla="*/ 188491 h 1135192"/>
                <a:gd name="connsiteX2" fmla="*/ 1292119 w 1320972"/>
                <a:gd name="connsiteY2" fmla="*/ 733526 h 1135192"/>
                <a:gd name="connsiteX3" fmla="*/ 660486 w 1320972"/>
                <a:gd name="connsiteY3" fmla="*/ 567596 h 1135192"/>
                <a:gd name="connsiteX4" fmla="*/ 660486 w 1320972"/>
                <a:gd name="connsiteY4" fmla="*/ 0 h 1135192"/>
                <a:gd name="connsiteX0" fmla="*/ 660486 w 1320972"/>
                <a:gd name="connsiteY0" fmla="*/ 0 h 1135192"/>
                <a:gd name="connsiteX1" fmla="*/ 1152045 w 1320972"/>
                <a:gd name="connsiteY1" fmla="*/ 188491 h 1135192"/>
                <a:gd name="connsiteX2" fmla="*/ 1292119 w 1320972"/>
                <a:gd name="connsiteY2" fmla="*/ 733526 h 1135192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53990"/>
                <a:gd name="connsiteY0" fmla="*/ 0 h 733526"/>
                <a:gd name="connsiteX1" fmla="*/ 631633 w 653990"/>
                <a:gd name="connsiteY1" fmla="*/ 733526 h 733526"/>
                <a:gd name="connsiteX2" fmla="*/ 0 w 653990"/>
                <a:gd name="connsiteY2" fmla="*/ 0 h 733526"/>
                <a:gd name="connsiteX0" fmla="*/ 0 w 653990"/>
                <a:gd name="connsiteY0" fmla="*/ 0 h 733526"/>
                <a:gd name="connsiteX1" fmla="*/ 451362 w 653990"/>
                <a:gd name="connsiteY1" fmla="*/ 181598 h 733526"/>
                <a:gd name="connsiteX2" fmla="*/ 631633 w 653990"/>
                <a:gd name="connsiteY2" fmla="*/ 733526 h 733526"/>
                <a:gd name="connsiteX0" fmla="*/ 18423 w 672413"/>
                <a:gd name="connsiteY0" fmla="*/ 6893 h 740419"/>
                <a:gd name="connsiteX1" fmla="*/ 650056 w 672413"/>
                <a:gd name="connsiteY1" fmla="*/ 740419 h 740419"/>
                <a:gd name="connsiteX2" fmla="*/ 18423 w 672413"/>
                <a:gd name="connsiteY2" fmla="*/ 6893 h 740419"/>
                <a:gd name="connsiteX0" fmla="*/ 0 w 672413"/>
                <a:gd name="connsiteY0" fmla="*/ 0 h 740419"/>
                <a:gd name="connsiteX1" fmla="*/ 469785 w 672413"/>
                <a:gd name="connsiteY1" fmla="*/ 188491 h 740419"/>
                <a:gd name="connsiteX2" fmla="*/ 650056 w 672413"/>
                <a:gd name="connsiteY2" fmla="*/ 740419 h 740419"/>
                <a:gd name="connsiteX0" fmla="*/ 16748 w 670738"/>
                <a:gd name="connsiteY0" fmla="*/ 0 h 733526"/>
                <a:gd name="connsiteX1" fmla="*/ 648381 w 670738"/>
                <a:gd name="connsiteY1" fmla="*/ 733526 h 733526"/>
                <a:gd name="connsiteX2" fmla="*/ 16748 w 670738"/>
                <a:gd name="connsiteY2" fmla="*/ 0 h 733526"/>
                <a:gd name="connsiteX0" fmla="*/ 0 w 670738"/>
                <a:gd name="connsiteY0" fmla="*/ 1723 h 733526"/>
                <a:gd name="connsiteX1" fmla="*/ 468110 w 670738"/>
                <a:gd name="connsiteY1" fmla="*/ 181598 h 733526"/>
                <a:gd name="connsiteX2" fmla="*/ 648381 w 670738"/>
                <a:gd name="connsiteY2" fmla="*/ 733526 h 733526"/>
                <a:gd name="connsiteX0" fmla="*/ 16748 w 670738"/>
                <a:gd name="connsiteY0" fmla="*/ 0 h 733526"/>
                <a:gd name="connsiteX1" fmla="*/ 648381 w 670738"/>
                <a:gd name="connsiteY1" fmla="*/ 733526 h 733526"/>
                <a:gd name="connsiteX2" fmla="*/ 16748 w 670738"/>
                <a:gd name="connsiteY2" fmla="*/ 0 h 733526"/>
                <a:gd name="connsiteX0" fmla="*/ 0 w 670738"/>
                <a:gd name="connsiteY0" fmla="*/ 1723 h 733526"/>
                <a:gd name="connsiteX1" fmla="*/ 468110 w 670738"/>
                <a:gd name="connsiteY1" fmla="*/ 181598 h 733526"/>
                <a:gd name="connsiteX2" fmla="*/ 648381 w 670738"/>
                <a:gd name="connsiteY2" fmla="*/ 733526 h 733526"/>
                <a:gd name="connsiteX0" fmla="*/ 16748 w 676595"/>
                <a:gd name="connsiteY0" fmla="*/ 0 h 735249"/>
                <a:gd name="connsiteX1" fmla="*/ 648381 w 676595"/>
                <a:gd name="connsiteY1" fmla="*/ 733526 h 735249"/>
                <a:gd name="connsiteX2" fmla="*/ 16748 w 676595"/>
                <a:gd name="connsiteY2" fmla="*/ 0 h 735249"/>
                <a:gd name="connsiteX0" fmla="*/ 0 w 676595"/>
                <a:gd name="connsiteY0" fmla="*/ 1723 h 735249"/>
                <a:gd name="connsiteX1" fmla="*/ 468110 w 676595"/>
                <a:gd name="connsiteY1" fmla="*/ 181598 h 735249"/>
                <a:gd name="connsiteX2" fmla="*/ 655080 w 676595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745134"/>
                <a:gd name="connsiteY0" fmla="*/ 0 h 733526"/>
                <a:gd name="connsiteX1" fmla="*/ 648381 w 745134"/>
                <a:gd name="connsiteY1" fmla="*/ 733526 h 733526"/>
                <a:gd name="connsiteX2" fmla="*/ 16748 w 745134"/>
                <a:gd name="connsiteY2" fmla="*/ 0 h 733526"/>
                <a:gd name="connsiteX0" fmla="*/ 0 w 745134"/>
                <a:gd name="connsiteY0" fmla="*/ 1723 h 733526"/>
                <a:gd name="connsiteX1" fmla="*/ 468110 w 745134"/>
                <a:gd name="connsiteY1" fmla="*/ 181598 h 733526"/>
                <a:gd name="connsiteX2" fmla="*/ 745134 w 745134"/>
                <a:gd name="connsiteY2" fmla="*/ 700415 h 733526"/>
                <a:gd name="connsiteX0" fmla="*/ 16748 w 745134"/>
                <a:gd name="connsiteY0" fmla="*/ 0 h 733526"/>
                <a:gd name="connsiteX1" fmla="*/ 648381 w 745134"/>
                <a:gd name="connsiteY1" fmla="*/ 733526 h 733526"/>
                <a:gd name="connsiteX2" fmla="*/ 16748 w 745134"/>
                <a:gd name="connsiteY2" fmla="*/ 0 h 733526"/>
                <a:gd name="connsiteX0" fmla="*/ 0 w 745134"/>
                <a:gd name="connsiteY0" fmla="*/ 1723 h 733526"/>
                <a:gd name="connsiteX1" fmla="*/ 641766 w 745134"/>
                <a:gd name="connsiteY1" fmla="*/ 114883 h 733526"/>
                <a:gd name="connsiteX2" fmla="*/ 745134 w 745134"/>
                <a:gd name="connsiteY2" fmla="*/ 700415 h 733526"/>
                <a:gd name="connsiteX0" fmla="*/ 16748 w 745134"/>
                <a:gd name="connsiteY0" fmla="*/ 7111 h 740637"/>
                <a:gd name="connsiteX1" fmla="*/ 648381 w 745134"/>
                <a:gd name="connsiteY1" fmla="*/ 740637 h 740637"/>
                <a:gd name="connsiteX2" fmla="*/ 16748 w 745134"/>
                <a:gd name="connsiteY2" fmla="*/ 7111 h 740637"/>
                <a:gd name="connsiteX0" fmla="*/ 0 w 745134"/>
                <a:gd name="connsiteY0" fmla="*/ 8834 h 740637"/>
                <a:gd name="connsiteX1" fmla="*/ 641766 w 745134"/>
                <a:gd name="connsiteY1" fmla="*/ 121994 h 740637"/>
                <a:gd name="connsiteX2" fmla="*/ 745134 w 745134"/>
                <a:gd name="connsiteY2" fmla="*/ 707526 h 740637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07208"/>
                <a:gd name="connsiteY0" fmla="*/ 2137 h 735663"/>
                <a:gd name="connsiteX1" fmla="*/ 648381 w 707208"/>
                <a:gd name="connsiteY1" fmla="*/ 735663 h 735663"/>
                <a:gd name="connsiteX2" fmla="*/ 16748 w 707208"/>
                <a:gd name="connsiteY2" fmla="*/ 2137 h 735663"/>
                <a:gd name="connsiteX0" fmla="*/ 0 w 707208"/>
                <a:gd name="connsiteY0" fmla="*/ 3860 h 735663"/>
                <a:gd name="connsiteX1" fmla="*/ 641766 w 707208"/>
                <a:gd name="connsiteY1" fmla="*/ 117020 h 735663"/>
                <a:gd name="connsiteX2" fmla="*/ 700500 w 707208"/>
                <a:gd name="connsiteY2" fmla="*/ 729988 h 735663"/>
                <a:gd name="connsiteX0" fmla="*/ 16748 w 715078"/>
                <a:gd name="connsiteY0" fmla="*/ 2137 h 735663"/>
                <a:gd name="connsiteX1" fmla="*/ 648381 w 715078"/>
                <a:gd name="connsiteY1" fmla="*/ 735663 h 735663"/>
                <a:gd name="connsiteX2" fmla="*/ 16748 w 715078"/>
                <a:gd name="connsiteY2" fmla="*/ 2137 h 735663"/>
                <a:gd name="connsiteX0" fmla="*/ 0 w 715078"/>
                <a:gd name="connsiteY0" fmla="*/ 3860 h 735663"/>
                <a:gd name="connsiteX1" fmla="*/ 641766 w 715078"/>
                <a:gd name="connsiteY1" fmla="*/ 117020 h 735663"/>
                <a:gd name="connsiteX2" fmla="*/ 700500 w 715078"/>
                <a:gd name="connsiteY2" fmla="*/ 729988 h 735663"/>
                <a:gd name="connsiteX0" fmla="*/ 16748 w 709631"/>
                <a:gd name="connsiteY0" fmla="*/ 2137 h 736955"/>
                <a:gd name="connsiteX1" fmla="*/ 648381 w 709631"/>
                <a:gd name="connsiteY1" fmla="*/ 735663 h 736955"/>
                <a:gd name="connsiteX2" fmla="*/ 16748 w 709631"/>
                <a:gd name="connsiteY2" fmla="*/ 2137 h 736955"/>
                <a:gd name="connsiteX0" fmla="*/ 0 w 709631"/>
                <a:gd name="connsiteY0" fmla="*/ 3860 h 736955"/>
                <a:gd name="connsiteX1" fmla="*/ 641766 w 709631"/>
                <a:gd name="connsiteY1" fmla="*/ 117020 h 736955"/>
                <a:gd name="connsiteX2" fmla="*/ 677223 w 709631"/>
                <a:gd name="connsiteY2" fmla="*/ 736955 h 736955"/>
                <a:gd name="connsiteX0" fmla="*/ 16748 w 716960"/>
                <a:gd name="connsiteY0" fmla="*/ 2137 h 736955"/>
                <a:gd name="connsiteX1" fmla="*/ 648381 w 716960"/>
                <a:gd name="connsiteY1" fmla="*/ 735663 h 736955"/>
                <a:gd name="connsiteX2" fmla="*/ 16748 w 716960"/>
                <a:gd name="connsiteY2" fmla="*/ 2137 h 736955"/>
                <a:gd name="connsiteX0" fmla="*/ 0 w 716960"/>
                <a:gd name="connsiteY0" fmla="*/ 3860 h 736955"/>
                <a:gd name="connsiteX1" fmla="*/ 641766 w 716960"/>
                <a:gd name="connsiteY1" fmla="*/ 117020 h 736955"/>
                <a:gd name="connsiteX2" fmla="*/ 677223 w 716960"/>
                <a:gd name="connsiteY2" fmla="*/ 736955 h 736955"/>
                <a:gd name="connsiteX0" fmla="*/ 16748 w 719472"/>
                <a:gd name="connsiteY0" fmla="*/ 2137 h 735663"/>
                <a:gd name="connsiteX1" fmla="*/ 648381 w 719472"/>
                <a:gd name="connsiteY1" fmla="*/ 735663 h 735663"/>
                <a:gd name="connsiteX2" fmla="*/ 16748 w 719472"/>
                <a:gd name="connsiteY2" fmla="*/ 2137 h 735663"/>
                <a:gd name="connsiteX0" fmla="*/ 0 w 719472"/>
                <a:gd name="connsiteY0" fmla="*/ 3860 h 735663"/>
                <a:gd name="connsiteX1" fmla="*/ 641766 w 719472"/>
                <a:gd name="connsiteY1" fmla="*/ 117020 h 735663"/>
                <a:gd name="connsiteX2" fmla="*/ 686534 w 719472"/>
                <a:gd name="connsiteY2" fmla="*/ 734168 h 735663"/>
                <a:gd name="connsiteX0" fmla="*/ 16748 w 709291"/>
                <a:gd name="connsiteY0" fmla="*/ 2137 h 735663"/>
                <a:gd name="connsiteX1" fmla="*/ 648381 w 709291"/>
                <a:gd name="connsiteY1" fmla="*/ 735663 h 735663"/>
                <a:gd name="connsiteX2" fmla="*/ 16748 w 709291"/>
                <a:gd name="connsiteY2" fmla="*/ 2137 h 735663"/>
                <a:gd name="connsiteX0" fmla="*/ 0 w 709291"/>
                <a:gd name="connsiteY0" fmla="*/ 3860 h 735663"/>
                <a:gd name="connsiteX1" fmla="*/ 641766 w 709291"/>
                <a:gd name="connsiteY1" fmla="*/ 117020 h 735663"/>
                <a:gd name="connsiteX2" fmla="*/ 686534 w 709291"/>
                <a:gd name="connsiteY2" fmla="*/ 734168 h 735663"/>
                <a:gd name="connsiteX0" fmla="*/ 16748 w 710809"/>
                <a:gd name="connsiteY0" fmla="*/ 2137 h 735663"/>
                <a:gd name="connsiteX1" fmla="*/ 648381 w 710809"/>
                <a:gd name="connsiteY1" fmla="*/ 735663 h 735663"/>
                <a:gd name="connsiteX2" fmla="*/ 16748 w 710809"/>
                <a:gd name="connsiteY2" fmla="*/ 2137 h 735663"/>
                <a:gd name="connsiteX0" fmla="*/ 0 w 710809"/>
                <a:gd name="connsiteY0" fmla="*/ 3860 h 735663"/>
                <a:gd name="connsiteX1" fmla="*/ 641766 w 710809"/>
                <a:gd name="connsiteY1" fmla="*/ 117020 h 735663"/>
                <a:gd name="connsiteX2" fmla="*/ 697986 w 710809"/>
                <a:gd name="connsiteY2" fmla="*/ 419096 h 735663"/>
                <a:gd name="connsiteX3" fmla="*/ 686534 w 710809"/>
                <a:gd name="connsiteY3" fmla="*/ 734168 h 735663"/>
                <a:gd name="connsiteX0" fmla="*/ 16748 w 686546"/>
                <a:gd name="connsiteY0" fmla="*/ 2137 h 735663"/>
                <a:gd name="connsiteX1" fmla="*/ 648381 w 686546"/>
                <a:gd name="connsiteY1" fmla="*/ 735663 h 735663"/>
                <a:gd name="connsiteX2" fmla="*/ 16748 w 686546"/>
                <a:gd name="connsiteY2" fmla="*/ 2137 h 735663"/>
                <a:gd name="connsiteX0" fmla="*/ 0 w 686546"/>
                <a:gd name="connsiteY0" fmla="*/ 3860 h 735663"/>
                <a:gd name="connsiteX1" fmla="*/ 641766 w 686546"/>
                <a:gd name="connsiteY1" fmla="*/ 117020 h 735663"/>
                <a:gd name="connsiteX2" fmla="*/ 458369 w 686546"/>
                <a:gd name="connsiteY2" fmla="*/ 478176 h 735663"/>
                <a:gd name="connsiteX3" fmla="*/ 686534 w 686546"/>
                <a:gd name="connsiteY3" fmla="*/ 734168 h 735663"/>
                <a:gd name="connsiteX0" fmla="*/ 16748 w 771403"/>
                <a:gd name="connsiteY0" fmla="*/ 2137 h 735663"/>
                <a:gd name="connsiteX1" fmla="*/ 648381 w 771403"/>
                <a:gd name="connsiteY1" fmla="*/ 735663 h 735663"/>
                <a:gd name="connsiteX2" fmla="*/ 16748 w 771403"/>
                <a:gd name="connsiteY2" fmla="*/ 2137 h 735663"/>
                <a:gd name="connsiteX0" fmla="*/ 0 w 771403"/>
                <a:gd name="connsiteY0" fmla="*/ 3860 h 735663"/>
                <a:gd name="connsiteX1" fmla="*/ 641766 w 771403"/>
                <a:gd name="connsiteY1" fmla="*/ 117020 h 735663"/>
                <a:gd name="connsiteX2" fmla="*/ 458369 w 771403"/>
                <a:gd name="connsiteY2" fmla="*/ 478176 h 735663"/>
                <a:gd name="connsiteX3" fmla="*/ 771395 w 771403"/>
                <a:gd name="connsiteY3" fmla="*/ 730839 h 735663"/>
                <a:gd name="connsiteX0" fmla="*/ 16748 w 771403"/>
                <a:gd name="connsiteY0" fmla="*/ 2137 h 735663"/>
                <a:gd name="connsiteX1" fmla="*/ 648381 w 771403"/>
                <a:gd name="connsiteY1" fmla="*/ 735663 h 735663"/>
                <a:gd name="connsiteX2" fmla="*/ 16748 w 771403"/>
                <a:gd name="connsiteY2" fmla="*/ 2137 h 735663"/>
                <a:gd name="connsiteX0" fmla="*/ 0 w 771403"/>
                <a:gd name="connsiteY0" fmla="*/ 3860 h 735663"/>
                <a:gd name="connsiteX1" fmla="*/ 641766 w 771403"/>
                <a:gd name="connsiteY1" fmla="*/ 117020 h 735663"/>
                <a:gd name="connsiteX2" fmla="*/ 451279 w 771403"/>
                <a:gd name="connsiteY2" fmla="*/ 420100 h 735663"/>
                <a:gd name="connsiteX3" fmla="*/ 771395 w 771403"/>
                <a:gd name="connsiteY3" fmla="*/ 730839 h 735663"/>
                <a:gd name="connsiteX0" fmla="*/ 16748 w 771403"/>
                <a:gd name="connsiteY0" fmla="*/ 19183 h 752709"/>
                <a:gd name="connsiteX1" fmla="*/ 648381 w 771403"/>
                <a:gd name="connsiteY1" fmla="*/ 752709 h 752709"/>
                <a:gd name="connsiteX2" fmla="*/ 16748 w 771403"/>
                <a:gd name="connsiteY2" fmla="*/ 19183 h 752709"/>
                <a:gd name="connsiteX0" fmla="*/ 0 w 771403"/>
                <a:gd name="connsiteY0" fmla="*/ 20906 h 752709"/>
                <a:gd name="connsiteX1" fmla="*/ 642168 w 771403"/>
                <a:gd name="connsiteY1" fmla="*/ 102296 h 752709"/>
                <a:gd name="connsiteX2" fmla="*/ 451279 w 771403"/>
                <a:gd name="connsiteY2" fmla="*/ 437146 h 752709"/>
                <a:gd name="connsiteX3" fmla="*/ 771395 w 771403"/>
                <a:gd name="connsiteY3" fmla="*/ 747885 h 752709"/>
                <a:gd name="connsiteX0" fmla="*/ 16748 w 771403"/>
                <a:gd name="connsiteY0" fmla="*/ 42392 h 775918"/>
                <a:gd name="connsiteX1" fmla="*/ 648381 w 771403"/>
                <a:gd name="connsiteY1" fmla="*/ 775918 h 775918"/>
                <a:gd name="connsiteX2" fmla="*/ 16748 w 771403"/>
                <a:gd name="connsiteY2" fmla="*/ 42392 h 775918"/>
                <a:gd name="connsiteX0" fmla="*/ 0 w 771403"/>
                <a:gd name="connsiteY0" fmla="*/ 44115 h 775918"/>
                <a:gd name="connsiteX1" fmla="*/ 644812 w 771403"/>
                <a:gd name="connsiteY1" fmla="*/ 89663 h 775918"/>
                <a:gd name="connsiteX2" fmla="*/ 451279 w 771403"/>
                <a:gd name="connsiteY2" fmla="*/ 460355 h 775918"/>
                <a:gd name="connsiteX3" fmla="*/ 771395 w 771403"/>
                <a:gd name="connsiteY3" fmla="*/ 771094 h 775918"/>
                <a:gd name="connsiteX0" fmla="*/ 16748 w 771403"/>
                <a:gd name="connsiteY0" fmla="*/ 42392 h 775918"/>
                <a:gd name="connsiteX1" fmla="*/ 648381 w 771403"/>
                <a:gd name="connsiteY1" fmla="*/ 775918 h 775918"/>
                <a:gd name="connsiteX2" fmla="*/ 16748 w 771403"/>
                <a:gd name="connsiteY2" fmla="*/ 42392 h 775918"/>
                <a:gd name="connsiteX0" fmla="*/ 0 w 771403"/>
                <a:gd name="connsiteY0" fmla="*/ 44115 h 775918"/>
                <a:gd name="connsiteX1" fmla="*/ 644812 w 771403"/>
                <a:gd name="connsiteY1" fmla="*/ 89663 h 775918"/>
                <a:gd name="connsiteX2" fmla="*/ 451279 w 771403"/>
                <a:gd name="connsiteY2" fmla="*/ 460355 h 775918"/>
                <a:gd name="connsiteX3" fmla="*/ 771395 w 771403"/>
                <a:gd name="connsiteY3" fmla="*/ 771094 h 775918"/>
                <a:gd name="connsiteX0" fmla="*/ 16748 w 771403"/>
                <a:gd name="connsiteY0" fmla="*/ 42392 h 775918"/>
                <a:gd name="connsiteX1" fmla="*/ 648381 w 771403"/>
                <a:gd name="connsiteY1" fmla="*/ 775918 h 775918"/>
                <a:gd name="connsiteX2" fmla="*/ 16748 w 771403"/>
                <a:gd name="connsiteY2" fmla="*/ 42392 h 775918"/>
                <a:gd name="connsiteX0" fmla="*/ 0 w 771403"/>
                <a:gd name="connsiteY0" fmla="*/ 44115 h 775918"/>
                <a:gd name="connsiteX1" fmla="*/ 644812 w 771403"/>
                <a:gd name="connsiteY1" fmla="*/ 89663 h 775918"/>
                <a:gd name="connsiteX2" fmla="*/ 451279 w 771403"/>
                <a:gd name="connsiteY2" fmla="*/ 460355 h 775918"/>
                <a:gd name="connsiteX3" fmla="*/ 771395 w 771403"/>
                <a:gd name="connsiteY3" fmla="*/ 771094 h 775918"/>
                <a:gd name="connsiteX0" fmla="*/ 16748 w 771403"/>
                <a:gd name="connsiteY0" fmla="*/ 23211 h 756737"/>
                <a:gd name="connsiteX1" fmla="*/ 648381 w 771403"/>
                <a:gd name="connsiteY1" fmla="*/ 756737 h 756737"/>
                <a:gd name="connsiteX2" fmla="*/ 16748 w 771403"/>
                <a:gd name="connsiteY2" fmla="*/ 23211 h 756737"/>
                <a:gd name="connsiteX0" fmla="*/ 0 w 771403"/>
                <a:gd name="connsiteY0" fmla="*/ 24934 h 756737"/>
                <a:gd name="connsiteX1" fmla="*/ 644812 w 771403"/>
                <a:gd name="connsiteY1" fmla="*/ 70482 h 756737"/>
                <a:gd name="connsiteX2" fmla="*/ 451279 w 771403"/>
                <a:gd name="connsiteY2" fmla="*/ 441174 h 756737"/>
                <a:gd name="connsiteX3" fmla="*/ 771395 w 771403"/>
                <a:gd name="connsiteY3" fmla="*/ 751913 h 756737"/>
                <a:gd name="connsiteX0" fmla="*/ 16748 w 771403"/>
                <a:gd name="connsiteY0" fmla="*/ 0 h 733526"/>
                <a:gd name="connsiteX1" fmla="*/ 648381 w 771403"/>
                <a:gd name="connsiteY1" fmla="*/ 733526 h 733526"/>
                <a:gd name="connsiteX2" fmla="*/ 16748 w 771403"/>
                <a:gd name="connsiteY2" fmla="*/ 0 h 733526"/>
                <a:gd name="connsiteX0" fmla="*/ 0 w 771403"/>
                <a:gd name="connsiteY0" fmla="*/ 1723 h 733526"/>
                <a:gd name="connsiteX1" fmla="*/ 644812 w 771403"/>
                <a:gd name="connsiteY1" fmla="*/ 47271 h 733526"/>
                <a:gd name="connsiteX2" fmla="*/ 451279 w 771403"/>
                <a:gd name="connsiteY2" fmla="*/ 417963 h 733526"/>
                <a:gd name="connsiteX3" fmla="*/ 771395 w 771403"/>
                <a:gd name="connsiteY3" fmla="*/ 728702 h 733526"/>
                <a:gd name="connsiteX0" fmla="*/ 16748 w 771403"/>
                <a:gd name="connsiteY0" fmla="*/ 0 h 733526"/>
                <a:gd name="connsiteX1" fmla="*/ 648381 w 771403"/>
                <a:gd name="connsiteY1" fmla="*/ 733526 h 733526"/>
                <a:gd name="connsiteX2" fmla="*/ 16748 w 771403"/>
                <a:gd name="connsiteY2" fmla="*/ 0 h 733526"/>
                <a:gd name="connsiteX0" fmla="*/ 0 w 771403"/>
                <a:gd name="connsiteY0" fmla="*/ 1723 h 733526"/>
                <a:gd name="connsiteX1" fmla="*/ 644812 w 771403"/>
                <a:gd name="connsiteY1" fmla="*/ 47271 h 733526"/>
                <a:gd name="connsiteX2" fmla="*/ 451279 w 771403"/>
                <a:gd name="connsiteY2" fmla="*/ 417963 h 733526"/>
                <a:gd name="connsiteX3" fmla="*/ 771395 w 771403"/>
                <a:gd name="connsiteY3" fmla="*/ 728702 h 733526"/>
                <a:gd name="connsiteX0" fmla="*/ 16748 w 771403"/>
                <a:gd name="connsiteY0" fmla="*/ 0 h 733526"/>
                <a:gd name="connsiteX1" fmla="*/ 648381 w 771403"/>
                <a:gd name="connsiteY1" fmla="*/ 733526 h 733526"/>
                <a:gd name="connsiteX2" fmla="*/ 16748 w 771403"/>
                <a:gd name="connsiteY2" fmla="*/ 0 h 733526"/>
                <a:gd name="connsiteX0" fmla="*/ 0 w 771403"/>
                <a:gd name="connsiteY0" fmla="*/ 1723 h 733526"/>
                <a:gd name="connsiteX1" fmla="*/ 644812 w 771403"/>
                <a:gd name="connsiteY1" fmla="*/ 47271 h 733526"/>
                <a:gd name="connsiteX2" fmla="*/ 451279 w 771403"/>
                <a:gd name="connsiteY2" fmla="*/ 417963 h 733526"/>
                <a:gd name="connsiteX3" fmla="*/ 771395 w 771403"/>
                <a:gd name="connsiteY3" fmla="*/ 728702 h 733526"/>
                <a:gd name="connsiteX0" fmla="*/ 16748 w 771403"/>
                <a:gd name="connsiteY0" fmla="*/ 1397 h 734923"/>
                <a:gd name="connsiteX1" fmla="*/ 648381 w 771403"/>
                <a:gd name="connsiteY1" fmla="*/ 734923 h 734923"/>
                <a:gd name="connsiteX2" fmla="*/ 16748 w 771403"/>
                <a:gd name="connsiteY2" fmla="*/ 1397 h 734923"/>
                <a:gd name="connsiteX0" fmla="*/ 0 w 771403"/>
                <a:gd name="connsiteY0" fmla="*/ 3120 h 734923"/>
                <a:gd name="connsiteX1" fmla="*/ 644812 w 771403"/>
                <a:gd name="connsiteY1" fmla="*/ 48668 h 734923"/>
                <a:gd name="connsiteX2" fmla="*/ 451279 w 771403"/>
                <a:gd name="connsiteY2" fmla="*/ 419360 h 734923"/>
                <a:gd name="connsiteX3" fmla="*/ 771395 w 771403"/>
                <a:gd name="connsiteY3" fmla="*/ 730099 h 73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1403" h="734923" stroke="0" extrusionOk="0">
                  <a:moveTo>
                    <a:pt x="16748" y="1397"/>
                  </a:moveTo>
                  <a:lnTo>
                    <a:pt x="648381" y="734923"/>
                  </a:lnTo>
                  <a:lnTo>
                    <a:pt x="16748" y="1397"/>
                  </a:lnTo>
                  <a:close/>
                </a:path>
                <a:path w="771403" h="734923" fill="none">
                  <a:moveTo>
                    <a:pt x="0" y="3120"/>
                  </a:moveTo>
                  <a:cubicBezTo>
                    <a:pt x="199289" y="28968"/>
                    <a:pt x="608803" y="-43926"/>
                    <a:pt x="644812" y="48668"/>
                  </a:cubicBezTo>
                  <a:cubicBezTo>
                    <a:pt x="661843" y="174030"/>
                    <a:pt x="443818" y="316502"/>
                    <a:pt x="451279" y="419360"/>
                  </a:cubicBezTo>
                  <a:cubicBezTo>
                    <a:pt x="458740" y="522218"/>
                    <a:pt x="773304" y="677587"/>
                    <a:pt x="771395" y="730099"/>
                  </a:cubicBezTo>
                </a:path>
              </a:pathLst>
            </a:cu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DD071F-2211-42DF-A28E-14419F3DB780}"/>
                </a:ext>
              </a:extLst>
            </p:cNvPr>
            <p:cNvSpPr txBox="1"/>
            <p:nvPr/>
          </p:nvSpPr>
          <p:spPr>
            <a:xfrm>
              <a:off x="5289724" y="3510568"/>
              <a:ext cx="28058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r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2CE44C-F0D1-47DA-B4C3-6614BBAE3FFD}"/>
                </a:ext>
              </a:extLst>
            </p:cNvPr>
            <p:cNvSpPr txBox="1"/>
            <p:nvPr/>
          </p:nvSpPr>
          <p:spPr>
            <a:xfrm>
              <a:off x="4423492" y="2706451"/>
              <a:ext cx="419401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US" sz="1600" b="1" dirty="0">
                  <a:solidFill>
                    <a:srgbClr val="FFFF00"/>
                  </a:solidFill>
                  <a:latin typeface="Symbol" panose="05050102010706020507" pitchFamily="18" charset="2"/>
                </a:rPr>
                <a:t>y</a:t>
              </a:r>
              <a:r>
                <a:rPr lang="en-GB" sz="1600" b="1" baseline="300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2</a:t>
              </a:r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(r)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3AD4160-7D6F-44A2-82CD-9A11F3AC8CDA}"/>
                </a:ext>
              </a:extLst>
            </p:cNvPr>
            <p:cNvCxnSpPr>
              <a:cxnSpLocks/>
            </p:cNvCxnSpPr>
            <p:nvPr/>
          </p:nvCxnSpPr>
          <p:spPr>
            <a:xfrm>
              <a:off x="5825310" y="2935894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FB4B15-B647-46A1-A901-6209D494BA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4722" y="2429175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Arc 92">
              <a:extLst>
                <a:ext uri="{FF2B5EF4-FFF2-40B4-BE49-F238E27FC236}">
                  <a16:creationId xmlns:a16="http://schemas.microsoft.com/office/drawing/2014/main" id="{A8F11387-0736-4364-954F-724CC3B54002}"/>
                </a:ext>
              </a:extLst>
            </p:cNvPr>
            <p:cNvSpPr/>
            <p:nvPr/>
          </p:nvSpPr>
          <p:spPr>
            <a:xfrm rot="2855655" flipV="1">
              <a:off x="4808221" y="2651055"/>
              <a:ext cx="1512289" cy="775516"/>
            </a:xfrm>
            <a:custGeom>
              <a:avLst/>
              <a:gdLst>
                <a:gd name="connsiteX0" fmla="*/ 660486 w 1320972"/>
                <a:gd name="connsiteY0" fmla="*/ 0 h 1135192"/>
                <a:gd name="connsiteX1" fmla="*/ 1152045 w 1320972"/>
                <a:gd name="connsiteY1" fmla="*/ 188491 h 1135192"/>
                <a:gd name="connsiteX2" fmla="*/ 1292119 w 1320972"/>
                <a:gd name="connsiteY2" fmla="*/ 733526 h 1135192"/>
                <a:gd name="connsiteX3" fmla="*/ 660486 w 1320972"/>
                <a:gd name="connsiteY3" fmla="*/ 567596 h 1135192"/>
                <a:gd name="connsiteX4" fmla="*/ 660486 w 1320972"/>
                <a:gd name="connsiteY4" fmla="*/ 0 h 1135192"/>
                <a:gd name="connsiteX0" fmla="*/ 660486 w 1320972"/>
                <a:gd name="connsiteY0" fmla="*/ 0 h 1135192"/>
                <a:gd name="connsiteX1" fmla="*/ 1152045 w 1320972"/>
                <a:gd name="connsiteY1" fmla="*/ 188491 h 1135192"/>
                <a:gd name="connsiteX2" fmla="*/ 1292119 w 1320972"/>
                <a:gd name="connsiteY2" fmla="*/ 733526 h 1135192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60497"/>
                <a:gd name="connsiteY0" fmla="*/ 0 h 733526"/>
                <a:gd name="connsiteX1" fmla="*/ 491559 w 660497"/>
                <a:gd name="connsiteY1" fmla="*/ 188491 h 733526"/>
                <a:gd name="connsiteX2" fmla="*/ 631633 w 660497"/>
                <a:gd name="connsiteY2" fmla="*/ 733526 h 733526"/>
                <a:gd name="connsiteX3" fmla="*/ 0 w 660497"/>
                <a:gd name="connsiteY3" fmla="*/ 0 h 733526"/>
                <a:gd name="connsiteX0" fmla="*/ 0 w 660497"/>
                <a:gd name="connsiteY0" fmla="*/ 0 h 733526"/>
                <a:gd name="connsiteX1" fmla="*/ 451362 w 660497"/>
                <a:gd name="connsiteY1" fmla="*/ 181598 h 733526"/>
                <a:gd name="connsiteX2" fmla="*/ 631633 w 660497"/>
                <a:gd name="connsiteY2" fmla="*/ 733526 h 733526"/>
                <a:gd name="connsiteX0" fmla="*/ 0 w 653990"/>
                <a:gd name="connsiteY0" fmla="*/ 0 h 733526"/>
                <a:gd name="connsiteX1" fmla="*/ 631633 w 653990"/>
                <a:gd name="connsiteY1" fmla="*/ 733526 h 733526"/>
                <a:gd name="connsiteX2" fmla="*/ 0 w 653990"/>
                <a:gd name="connsiteY2" fmla="*/ 0 h 733526"/>
                <a:gd name="connsiteX0" fmla="*/ 0 w 653990"/>
                <a:gd name="connsiteY0" fmla="*/ 0 h 733526"/>
                <a:gd name="connsiteX1" fmla="*/ 451362 w 653990"/>
                <a:gd name="connsiteY1" fmla="*/ 181598 h 733526"/>
                <a:gd name="connsiteX2" fmla="*/ 631633 w 653990"/>
                <a:gd name="connsiteY2" fmla="*/ 733526 h 733526"/>
                <a:gd name="connsiteX0" fmla="*/ 18423 w 672413"/>
                <a:gd name="connsiteY0" fmla="*/ 6893 h 740419"/>
                <a:gd name="connsiteX1" fmla="*/ 650056 w 672413"/>
                <a:gd name="connsiteY1" fmla="*/ 740419 h 740419"/>
                <a:gd name="connsiteX2" fmla="*/ 18423 w 672413"/>
                <a:gd name="connsiteY2" fmla="*/ 6893 h 740419"/>
                <a:gd name="connsiteX0" fmla="*/ 0 w 672413"/>
                <a:gd name="connsiteY0" fmla="*/ 0 h 740419"/>
                <a:gd name="connsiteX1" fmla="*/ 469785 w 672413"/>
                <a:gd name="connsiteY1" fmla="*/ 188491 h 740419"/>
                <a:gd name="connsiteX2" fmla="*/ 650056 w 672413"/>
                <a:gd name="connsiteY2" fmla="*/ 740419 h 740419"/>
                <a:gd name="connsiteX0" fmla="*/ 16748 w 670738"/>
                <a:gd name="connsiteY0" fmla="*/ 0 h 733526"/>
                <a:gd name="connsiteX1" fmla="*/ 648381 w 670738"/>
                <a:gd name="connsiteY1" fmla="*/ 733526 h 733526"/>
                <a:gd name="connsiteX2" fmla="*/ 16748 w 670738"/>
                <a:gd name="connsiteY2" fmla="*/ 0 h 733526"/>
                <a:gd name="connsiteX0" fmla="*/ 0 w 670738"/>
                <a:gd name="connsiteY0" fmla="*/ 1723 h 733526"/>
                <a:gd name="connsiteX1" fmla="*/ 468110 w 670738"/>
                <a:gd name="connsiteY1" fmla="*/ 181598 h 733526"/>
                <a:gd name="connsiteX2" fmla="*/ 648381 w 670738"/>
                <a:gd name="connsiteY2" fmla="*/ 733526 h 733526"/>
                <a:gd name="connsiteX0" fmla="*/ 16748 w 670738"/>
                <a:gd name="connsiteY0" fmla="*/ 0 h 733526"/>
                <a:gd name="connsiteX1" fmla="*/ 648381 w 670738"/>
                <a:gd name="connsiteY1" fmla="*/ 733526 h 733526"/>
                <a:gd name="connsiteX2" fmla="*/ 16748 w 670738"/>
                <a:gd name="connsiteY2" fmla="*/ 0 h 733526"/>
                <a:gd name="connsiteX0" fmla="*/ 0 w 670738"/>
                <a:gd name="connsiteY0" fmla="*/ 1723 h 733526"/>
                <a:gd name="connsiteX1" fmla="*/ 468110 w 670738"/>
                <a:gd name="connsiteY1" fmla="*/ 181598 h 733526"/>
                <a:gd name="connsiteX2" fmla="*/ 648381 w 670738"/>
                <a:gd name="connsiteY2" fmla="*/ 733526 h 733526"/>
                <a:gd name="connsiteX0" fmla="*/ 16748 w 676595"/>
                <a:gd name="connsiteY0" fmla="*/ 0 h 735249"/>
                <a:gd name="connsiteX1" fmla="*/ 648381 w 676595"/>
                <a:gd name="connsiteY1" fmla="*/ 733526 h 735249"/>
                <a:gd name="connsiteX2" fmla="*/ 16748 w 676595"/>
                <a:gd name="connsiteY2" fmla="*/ 0 h 735249"/>
                <a:gd name="connsiteX0" fmla="*/ 0 w 676595"/>
                <a:gd name="connsiteY0" fmla="*/ 1723 h 735249"/>
                <a:gd name="connsiteX1" fmla="*/ 468110 w 676595"/>
                <a:gd name="connsiteY1" fmla="*/ 181598 h 735249"/>
                <a:gd name="connsiteX2" fmla="*/ 655080 w 676595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655080"/>
                <a:gd name="connsiteY0" fmla="*/ 0 h 735249"/>
                <a:gd name="connsiteX1" fmla="*/ 648381 w 655080"/>
                <a:gd name="connsiteY1" fmla="*/ 733526 h 735249"/>
                <a:gd name="connsiteX2" fmla="*/ 16748 w 655080"/>
                <a:gd name="connsiteY2" fmla="*/ 0 h 735249"/>
                <a:gd name="connsiteX0" fmla="*/ 0 w 655080"/>
                <a:gd name="connsiteY0" fmla="*/ 1723 h 735249"/>
                <a:gd name="connsiteX1" fmla="*/ 468110 w 655080"/>
                <a:gd name="connsiteY1" fmla="*/ 181598 h 735249"/>
                <a:gd name="connsiteX2" fmla="*/ 655080 w 655080"/>
                <a:gd name="connsiteY2" fmla="*/ 735249 h 735249"/>
                <a:gd name="connsiteX0" fmla="*/ 16748 w 745134"/>
                <a:gd name="connsiteY0" fmla="*/ 0 h 733526"/>
                <a:gd name="connsiteX1" fmla="*/ 648381 w 745134"/>
                <a:gd name="connsiteY1" fmla="*/ 733526 h 733526"/>
                <a:gd name="connsiteX2" fmla="*/ 16748 w 745134"/>
                <a:gd name="connsiteY2" fmla="*/ 0 h 733526"/>
                <a:gd name="connsiteX0" fmla="*/ 0 w 745134"/>
                <a:gd name="connsiteY0" fmla="*/ 1723 h 733526"/>
                <a:gd name="connsiteX1" fmla="*/ 468110 w 745134"/>
                <a:gd name="connsiteY1" fmla="*/ 181598 h 733526"/>
                <a:gd name="connsiteX2" fmla="*/ 745134 w 745134"/>
                <a:gd name="connsiteY2" fmla="*/ 700415 h 733526"/>
                <a:gd name="connsiteX0" fmla="*/ 16748 w 745134"/>
                <a:gd name="connsiteY0" fmla="*/ 0 h 733526"/>
                <a:gd name="connsiteX1" fmla="*/ 648381 w 745134"/>
                <a:gd name="connsiteY1" fmla="*/ 733526 h 733526"/>
                <a:gd name="connsiteX2" fmla="*/ 16748 w 745134"/>
                <a:gd name="connsiteY2" fmla="*/ 0 h 733526"/>
                <a:gd name="connsiteX0" fmla="*/ 0 w 745134"/>
                <a:gd name="connsiteY0" fmla="*/ 1723 h 733526"/>
                <a:gd name="connsiteX1" fmla="*/ 641766 w 745134"/>
                <a:gd name="connsiteY1" fmla="*/ 114883 h 733526"/>
                <a:gd name="connsiteX2" fmla="*/ 745134 w 745134"/>
                <a:gd name="connsiteY2" fmla="*/ 700415 h 733526"/>
                <a:gd name="connsiteX0" fmla="*/ 16748 w 745134"/>
                <a:gd name="connsiteY0" fmla="*/ 7111 h 740637"/>
                <a:gd name="connsiteX1" fmla="*/ 648381 w 745134"/>
                <a:gd name="connsiteY1" fmla="*/ 740637 h 740637"/>
                <a:gd name="connsiteX2" fmla="*/ 16748 w 745134"/>
                <a:gd name="connsiteY2" fmla="*/ 7111 h 740637"/>
                <a:gd name="connsiteX0" fmla="*/ 0 w 745134"/>
                <a:gd name="connsiteY0" fmla="*/ 8834 h 740637"/>
                <a:gd name="connsiteX1" fmla="*/ 641766 w 745134"/>
                <a:gd name="connsiteY1" fmla="*/ 121994 h 740637"/>
                <a:gd name="connsiteX2" fmla="*/ 745134 w 745134"/>
                <a:gd name="connsiteY2" fmla="*/ 707526 h 740637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745134"/>
                <a:gd name="connsiteY0" fmla="*/ 2137 h 735663"/>
                <a:gd name="connsiteX1" fmla="*/ 648381 w 745134"/>
                <a:gd name="connsiteY1" fmla="*/ 735663 h 735663"/>
                <a:gd name="connsiteX2" fmla="*/ 16748 w 745134"/>
                <a:gd name="connsiteY2" fmla="*/ 2137 h 735663"/>
                <a:gd name="connsiteX0" fmla="*/ 0 w 745134"/>
                <a:gd name="connsiteY0" fmla="*/ 3860 h 735663"/>
                <a:gd name="connsiteX1" fmla="*/ 641766 w 745134"/>
                <a:gd name="connsiteY1" fmla="*/ 117020 h 735663"/>
                <a:gd name="connsiteX2" fmla="*/ 745134 w 745134"/>
                <a:gd name="connsiteY2" fmla="*/ 702552 h 735663"/>
                <a:gd name="connsiteX0" fmla="*/ 16748 w 1438172"/>
                <a:gd name="connsiteY0" fmla="*/ 2137 h 735663"/>
                <a:gd name="connsiteX1" fmla="*/ 648381 w 1438172"/>
                <a:gd name="connsiteY1" fmla="*/ 735663 h 735663"/>
                <a:gd name="connsiteX2" fmla="*/ 16748 w 1438172"/>
                <a:gd name="connsiteY2" fmla="*/ 2137 h 735663"/>
                <a:gd name="connsiteX0" fmla="*/ 0 w 1438172"/>
                <a:gd name="connsiteY0" fmla="*/ 3860 h 735663"/>
                <a:gd name="connsiteX1" fmla="*/ 641766 w 1438172"/>
                <a:gd name="connsiteY1" fmla="*/ 117020 h 735663"/>
                <a:gd name="connsiteX2" fmla="*/ 1438172 w 1438172"/>
                <a:gd name="connsiteY2" fmla="*/ 399837 h 735663"/>
                <a:gd name="connsiteX0" fmla="*/ 16748 w 1438172"/>
                <a:gd name="connsiteY0" fmla="*/ 176633 h 910159"/>
                <a:gd name="connsiteX1" fmla="*/ 648381 w 1438172"/>
                <a:gd name="connsiteY1" fmla="*/ 910159 h 910159"/>
                <a:gd name="connsiteX2" fmla="*/ 16748 w 1438172"/>
                <a:gd name="connsiteY2" fmla="*/ 176633 h 910159"/>
                <a:gd name="connsiteX0" fmla="*/ 0 w 1438172"/>
                <a:gd name="connsiteY0" fmla="*/ 178356 h 910159"/>
                <a:gd name="connsiteX1" fmla="*/ 791987 w 1438172"/>
                <a:gd name="connsiteY1" fmla="*/ 57011 h 910159"/>
                <a:gd name="connsiteX2" fmla="*/ 1438172 w 1438172"/>
                <a:gd name="connsiteY2" fmla="*/ 574333 h 910159"/>
                <a:gd name="connsiteX0" fmla="*/ 16748 w 1438172"/>
                <a:gd name="connsiteY0" fmla="*/ 176633 h 910159"/>
                <a:gd name="connsiteX1" fmla="*/ 648381 w 1438172"/>
                <a:gd name="connsiteY1" fmla="*/ 910159 h 910159"/>
                <a:gd name="connsiteX2" fmla="*/ 16748 w 1438172"/>
                <a:gd name="connsiteY2" fmla="*/ 176633 h 910159"/>
                <a:gd name="connsiteX0" fmla="*/ 0 w 1438172"/>
                <a:gd name="connsiteY0" fmla="*/ 178356 h 910159"/>
                <a:gd name="connsiteX1" fmla="*/ 791987 w 1438172"/>
                <a:gd name="connsiteY1" fmla="*/ 57011 h 910159"/>
                <a:gd name="connsiteX2" fmla="*/ 1438172 w 1438172"/>
                <a:gd name="connsiteY2" fmla="*/ 574333 h 910159"/>
                <a:gd name="connsiteX0" fmla="*/ 16748 w 1438172"/>
                <a:gd name="connsiteY0" fmla="*/ 176633 h 910159"/>
                <a:gd name="connsiteX1" fmla="*/ 648381 w 1438172"/>
                <a:gd name="connsiteY1" fmla="*/ 910159 h 910159"/>
                <a:gd name="connsiteX2" fmla="*/ 16748 w 1438172"/>
                <a:gd name="connsiteY2" fmla="*/ 176633 h 910159"/>
                <a:gd name="connsiteX0" fmla="*/ 0 w 1438172"/>
                <a:gd name="connsiteY0" fmla="*/ 178356 h 910159"/>
                <a:gd name="connsiteX1" fmla="*/ 791987 w 1438172"/>
                <a:gd name="connsiteY1" fmla="*/ 57011 h 910159"/>
                <a:gd name="connsiteX2" fmla="*/ 1438172 w 1438172"/>
                <a:gd name="connsiteY2" fmla="*/ 574333 h 910159"/>
                <a:gd name="connsiteX0" fmla="*/ 16748 w 1438172"/>
                <a:gd name="connsiteY0" fmla="*/ 176633 h 910159"/>
                <a:gd name="connsiteX1" fmla="*/ 648381 w 1438172"/>
                <a:gd name="connsiteY1" fmla="*/ 910159 h 910159"/>
                <a:gd name="connsiteX2" fmla="*/ 16748 w 1438172"/>
                <a:gd name="connsiteY2" fmla="*/ 176633 h 910159"/>
                <a:gd name="connsiteX0" fmla="*/ 0 w 1438172"/>
                <a:gd name="connsiteY0" fmla="*/ 178356 h 910159"/>
                <a:gd name="connsiteX1" fmla="*/ 791987 w 1438172"/>
                <a:gd name="connsiteY1" fmla="*/ 57011 h 910159"/>
                <a:gd name="connsiteX2" fmla="*/ 1438172 w 1438172"/>
                <a:gd name="connsiteY2" fmla="*/ 574333 h 910159"/>
                <a:gd name="connsiteX0" fmla="*/ 16748 w 1438172"/>
                <a:gd name="connsiteY0" fmla="*/ 129532 h 863058"/>
                <a:gd name="connsiteX1" fmla="*/ 648381 w 1438172"/>
                <a:gd name="connsiteY1" fmla="*/ 863058 h 863058"/>
                <a:gd name="connsiteX2" fmla="*/ 16748 w 1438172"/>
                <a:gd name="connsiteY2" fmla="*/ 129532 h 863058"/>
                <a:gd name="connsiteX0" fmla="*/ 0 w 1438172"/>
                <a:gd name="connsiteY0" fmla="*/ 131255 h 863058"/>
                <a:gd name="connsiteX1" fmla="*/ 791987 w 1438172"/>
                <a:gd name="connsiteY1" fmla="*/ 9910 h 863058"/>
                <a:gd name="connsiteX2" fmla="*/ 1438172 w 1438172"/>
                <a:gd name="connsiteY2" fmla="*/ 527232 h 863058"/>
                <a:gd name="connsiteX0" fmla="*/ 16748 w 1438172"/>
                <a:gd name="connsiteY0" fmla="*/ 148532 h 882058"/>
                <a:gd name="connsiteX1" fmla="*/ 648381 w 1438172"/>
                <a:gd name="connsiteY1" fmla="*/ 882058 h 882058"/>
                <a:gd name="connsiteX2" fmla="*/ 16748 w 1438172"/>
                <a:gd name="connsiteY2" fmla="*/ 148532 h 882058"/>
                <a:gd name="connsiteX0" fmla="*/ 0 w 1438172"/>
                <a:gd name="connsiteY0" fmla="*/ 150255 h 882058"/>
                <a:gd name="connsiteX1" fmla="*/ 791987 w 1438172"/>
                <a:gd name="connsiteY1" fmla="*/ 28910 h 882058"/>
                <a:gd name="connsiteX2" fmla="*/ 1438172 w 1438172"/>
                <a:gd name="connsiteY2" fmla="*/ 546232 h 882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8172" h="882058" stroke="0" extrusionOk="0">
                  <a:moveTo>
                    <a:pt x="16748" y="148532"/>
                  </a:moveTo>
                  <a:lnTo>
                    <a:pt x="648381" y="882058"/>
                  </a:lnTo>
                  <a:lnTo>
                    <a:pt x="16748" y="148532"/>
                  </a:lnTo>
                  <a:close/>
                </a:path>
                <a:path w="1438172" h="882058" fill="none">
                  <a:moveTo>
                    <a:pt x="0" y="150255"/>
                  </a:moveTo>
                  <a:cubicBezTo>
                    <a:pt x="395926" y="-8670"/>
                    <a:pt x="565905" y="-27445"/>
                    <a:pt x="791987" y="28910"/>
                  </a:cubicBezTo>
                  <a:cubicBezTo>
                    <a:pt x="1107851" y="102591"/>
                    <a:pt x="1369345" y="474829"/>
                    <a:pt x="1438172" y="546232"/>
                  </a:cubicBezTo>
                </a:path>
              </a:pathLst>
            </a:cu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2BF624D-3897-4019-8344-0E8BA42D4623}"/>
                </a:ext>
              </a:extLst>
            </p:cNvPr>
            <p:cNvCxnSpPr>
              <a:cxnSpLocks/>
            </p:cNvCxnSpPr>
            <p:nvPr/>
          </p:nvCxnSpPr>
          <p:spPr>
            <a:xfrm>
              <a:off x="4858777" y="3538665"/>
              <a:ext cx="1465065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16E6997-99FD-43DD-A436-3EB866CCAF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6389" y="2210088"/>
              <a:ext cx="0" cy="133366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51C19EC-F35D-41DC-85F1-F5720B11C56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685997" y="3532043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DA727A0-7A65-4675-8377-22825529DB10}"/>
                </a:ext>
              </a:extLst>
            </p:cNvPr>
            <p:cNvSpPr txBox="1"/>
            <p:nvPr/>
          </p:nvSpPr>
          <p:spPr>
            <a:xfrm>
              <a:off x="7443570" y="3552880"/>
              <a:ext cx="28058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r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A3A032-2944-4558-A585-BC33CB5EDBF3}"/>
                </a:ext>
              </a:extLst>
            </p:cNvPr>
            <p:cNvSpPr txBox="1"/>
            <p:nvPr/>
          </p:nvSpPr>
          <p:spPr>
            <a:xfrm>
              <a:off x="6465921" y="2706451"/>
              <a:ext cx="419401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US" sz="1600" b="1" dirty="0">
                  <a:solidFill>
                    <a:srgbClr val="FFFF00"/>
                  </a:solidFill>
                  <a:latin typeface="Symbol" panose="05050102010706020507" pitchFamily="18" charset="2"/>
                </a:rPr>
                <a:t>y</a:t>
              </a:r>
              <a:r>
                <a:rPr lang="en-GB" sz="1600" b="1" baseline="300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2</a:t>
              </a:r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(r)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B6573DE-FAD2-46C2-83D0-291D4C1EDA58}"/>
                </a:ext>
              </a:extLst>
            </p:cNvPr>
            <p:cNvCxnSpPr>
              <a:cxnSpLocks/>
            </p:cNvCxnSpPr>
            <p:nvPr/>
          </p:nvCxnSpPr>
          <p:spPr>
            <a:xfrm>
              <a:off x="7890599" y="2935894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8E36B04-BFAD-4E26-9ACC-5CCA215C3D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7151" y="2429175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F87B1B0-B397-410D-AC14-FBA2B0B8F3AB}"/>
                </a:ext>
              </a:extLst>
            </p:cNvPr>
            <p:cNvCxnSpPr>
              <a:cxnSpLocks/>
            </p:cNvCxnSpPr>
            <p:nvPr/>
          </p:nvCxnSpPr>
          <p:spPr>
            <a:xfrm>
              <a:off x="6924066" y="3538665"/>
              <a:ext cx="1465065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D826C49-0916-4F0F-A2D7-D5846AB0C4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1678" y="2210088"/>
              <a:ext cx="0" cy="133366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F5A6FB7-0244-451D-876A-FFF7392B94F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839843" y="3574355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470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791802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Graphs of Radial Part of Schrodinger Wave Equation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F748CB-0069-445D-9444-80ADA727858F}"/>
              </a:ext>
            </a:extLst>
          </p:cNvPr>
          <p:cNvSpPr txBox="1"/>
          <p:nvPr/>
        </p:nvSpPr>
        <p:spPr>
          <a:xfrm>
            <a:off x="4734689" y="3189784"/>
            <a:ext cx="2805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GB" sz="1600" dirty="0">
                <a:solidFill>
                  <a:srgbClr val="FFFF00"/>
                </a:solidFill>
                <a:latin typeface="Calibri" panose="020F0502020204030204"/>
                <a:ea typeface="Verdana" panose="020B0604030504040204" pitchFamily="34" charset="0"/>
              </a:rPr>
              <a:t>r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85F0DE-E448-4537-BBF1-1142F317E94A}"/>
              </a:ext>
            </a:extLst>
          </p:cNvPr>
          <p:cNvSpPr txBox="1"/>
          <p:nvPr/>
        </p:nvSpPr>
        <p:spPr>
          <a:xfrm>
            <a:off x="3868457" y="2385667"/>
            <a:ext cx="4194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US" sz="1600" b="1" dirty="0">
                <a:solidFill>
                  <a:srgbClr val="FFFF00"/>
                </a:solidFill>
                <a:latin typeface="Symbol" panose="05050102010706020507" pitchFamily="18" charset="2"/>
              </a:rPr>
              <a:t>y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D230E6-D3B2-4184-A4D4-B5F57FB370C6}"/>
              </a:ext>
            </a:extLst>
          </p:cNvPr>
          <p:cNvCxnSpPr>
            <a:cxnSpLocks/>
          </p:cNvCxnSpPr>
          <p:nvPr/>
        </p:nvCxnSpPr>
        <p:spPr>
          <a:xfrm>
            <a:off x="5270274" y="261510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C9CB74-AADE-4B11-8017-4C4EE68021C9}"/>
              </a:ext>
            </a:extLst>
          </p:cNvPr>
          <p:cNvCxnSpPr>
            <a:cxnSpLocks/>
          </p:cNvCxnSpPr>
          <p:nvPr/>
        </p:nvCxnSpPr>
        <p:spPr>
          <a:xfrm flipV="1">
            <a:off x="4109686" y="2108390"/>
            <a:ext cx="0" cy="2432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2107E7-E352-40C6-890C-415F372DD4B9}"/>
              </a:ext>
            </a:extLst>
          </p:cNvPr>
          <p:cNvCxnSpPr>
            <a:cxnSpLocks/>
          </p:cNvCxnSpPr>
          <p:nvPr/>
        </p:nvCxnSpPr>
        <p:spPr>
          <a:xfrm rot="5400000" flipV="1">
            <a:off x="5130961" y="3211258"/>
            <a:ext cx="0" cy="2432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DAE21AE-D833-48E2-B218-AF72FDDD8BF4}"/>
              </a:ext>
            </a:extLst>
          </p:cNvPr>
          <p:cNvSpPr txBox="1"/>
          <p:nvPr/>
        </p:nvSpPr>
        <p:spPr>
          <a:xfrm>
            <a:off x="4164633" y="1656072"/>
            <a:ext cx="28117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GB" sz="1600" dirty="0">
                <a:solidFill>
                  <a:srgbClr val="FFFF00"/>
                </a:solidFill>
                <a:latin typeface="Calibri" panose="020F0502020204030204"/>
                <a:ea typeface="Verdana" panose="020B0604030504040204" pitchFamily="34" charset="0"/>
              </a:rPr>
              <a:t>2p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774F05-42E9-46C0-A682-7161597406C0}"/>
              </a:ext>
            </a:extLst>
          </p:cNvPr>
          <p:cNvSpPr txBox="1"/>
          <p:nvPr/>
        </p:nvSpPr>
        <p:spPr>
          <a:xfrm>
            <a:off x="7004419" y="3298771"/>
            <a:ext cx="2805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GB" sz="1600" dirty="0">
                <a:solidFill>
                  <a:srgbClr val="FFFF00"/>
                </a:solidFill>
                <a:latin typeface="Calibri" panose="020F0502020204030204"/>
                <a:ea typeface="Verdana" panose="020B0604030504040204" pitchFamily="34" charset="0"/>
              </a:rPr>
              <a:t>r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C68812-48BC-4723-BBBB-6F5C9CF98AD4}"/>
              </a:ext>
            </a:extLst>
          </p:cNvPr>
          <p:cNvSpPr txBox="1"/>
          <p:nvPr/>
        </p:nvSpPr>
        <p:spPr>
          <a:xfrm>
            <a:off x="5933746" y="2385667"/>
            <a:ext cx="4194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US" sz="1600" b="1" dirty="0">
                <a:solidFill>
                  <a:srgbClr val="FFFF00"/>
                </a:solidFill>
                <a:latin typeface="Symbol" panose="05050102010706020507" pitchFamily="18" charset="2"/>
              </a:rPr>
              <a:t>y</a:t>
            </a:r>
            <a:r>
              <a:rPr lang="en-GB" sz="1600" b="1" baseline="30000" dirty="0">
                <a:solidFill>
                  <a:srgbClr val="FFFF00"/>
                </a:solidFill>
                <a:latin typeface="Calibri" panose="020F0502020204030204"/>
                <a:ea typeface="Verdana" panose="020B0604030504040204" pitchFamily="34" charset="0"/>
              </a:rPr>
              <a:t>2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0035C8-BC10-44DA-9585-52536D7F45DB}"/>
              </a:ext>
            </a:extLst>
          </p:cNvPr>
          <p:cNvCxnSpPr>
            <a:cxnSpLocks/>
          </p:cNvCxnSpPr>
          <p:nvPr/>
        </p:nvCxnSpPr>
        <p:spPr>
          <a:xfrm>
            <a:off x="7335563" y="261510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A345ECB-8685-4F13-A502-CEDE4B7FCCB9}"/>
              </a:ext>
            </a:extLst>
          </p:cNvPr>
          <p:cNvCxnSpPr>
            <a:cxnSpLocks/>
          </p:cNvCxnSpPr>
          <p:nvPr/>
        </p:nvCxnSpPr>
        <p:spPr>
          <a:xfrm flipV="1">
            <a:off x="6174975" y="2108390"/>
            <a:ext cx="0" cy="2432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3FBF22-E069-440F-A41C-0ACCE495C39D}"/>
              </a:ext>
            </a:extLst>
          </p:cNvPr>
          <p:cNvCxnSpPr>
            <a:cxnSpLocks/>
          </p:cNvCxnSpPr>
          <p:nvPr/>
        </p:nvCxnSpPr>
        <p:spPr>
          <a:xfrm>
            <a:off x="6369031" y="3217880"/>
            <a:ext cx="146506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BF2E2EE-E177-4C18-8010-DAD4315EBBF1}"/>
              </a:ext>
            </a:extLst>
          </p:cNvPr>
          <p:cNvCxnSpPr>
            <a:cxnSpLocks/>
          </p:cNvCxnSpPr>
          <p:nvPr/>
        </p:nvCxnSpPr>
        <p:spPr>
          <a:xfrm flipV="1">
            <a:off x="6376642" y="1889304"/>
            <a:ext cx="0" cy="133366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2F09958-4DCF-4CDC-824A-748914A6BA54}"/>
              </a:ext>
            </a:extLst>
          </p:cNvPr>
          <p:cNvCxnSpPr>
            <a:cxnSpLocks/>
          </p:cNvCxnSpPr>
          <p:nvPr/>
        </p:nvCxnSpPr>
        <p:spPr>
          <a:xfrm rot="5400000" flipV="1">
            <a:off x="7400691" y="3320245"/>
            <a:ext cx="0" cy="2432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c 92">
            <a:extLst>
              <a:ext uri="{FF2B5EF4-FFF2-40B4-BE49-F238E27FC236}">
                <a16:creationId xmlns:a16="http://schemas.microsoft.com/office/drawing/2014/main" id="{B1572557-0AA6-4DDE-A8B5-F35E306B0546}"/>
              </a:ext>
            </a:extLst>
          </p:cNvPr>
          <p:cNvSpPr/>
          <p:nvPr/>
        </p:nvSpPr>
        <p:spPr>
          <a:xfrm rot="18744345">
            <a:off x="4407112" y="2472142"/>
            <a:ext cx="1132154" cy="1141275"/>
          </a:xfrm>
          <a:custGeom>
            <a:avLst/>
            <a:gdLst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3" fmla="*/ 660486 w 1320972"/>
              <a:gd name="connsiteY3" fmla="*/ 567596 h 1135192"/>
              <a:gd name="connsiteX4" fmla="*/ 660486 w 1320972"/>
              <a:gd name="connsiteY4" fmla="*/ 0 h 1135192"/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53990"/>
              <a:gd name="connsiteY0" fmla="*/ 0 h 733526"/>
              <a:gd name="connsiteX1" fmla="*/ 631633 w 653990"/>
              <a:gd name="connsiteY1" fmla="*/ 733526 h 733526"/>
              <a:gd name="connsiteX2" fmla="*/ 0 w 653990"/>
              <a:gd name="connsiteY2" fmla="*/ 0 h 733526"/>
              <a:gd name="connsiteX0" fmla="*/ 0 w 653990"/>
              <a:gd name="connsiteY0" fmla="*/ 0 h 733526"/>
              <a:gd name="connsiteX1" fmla="*/ 451362 w 653990"/>
              <a:gd name="connsiteY1" fmla="*/ 181598 h 733526"/>
              <a:gd name="connsiteX2" fmla="*/ 631633 w 653990"/>
              <a:gd name="connsiteY2" fmla="*/ 733526 h 733526"/>
              <a:gd name="connsiteX0" fmla="*/ 18423 w 672413"/>
              <a:gd name="connsiteY0" fmla="*/ 6893 h 740419"/>
              <a:gd name="connsiteX1" fmla="*/ 650056 w 672413"/>
              <a:gd name="connsiteY1" fmla="*/ 740419 h 740419"/>
              <a:gd name="connsiteX2" fmla="*/ 18423 w 672413"/>
              <a:gd name="connsiteY2" fmla="*/ 6893 h 740419"/>
              <a:gd name="connsiteX0" fmla="*/ 0 w 672413"/>
              <a:gd name="connsiteY0" fmla="*/ 0 h 740419"/>
              <a:gd name="connsiteX1" fmla="*/ 469785 w 672413"/>
              <a:gd name="connsiteY1" fmla="*/ 188491 h 740419"/>
              <a:gd name="connsiteX2" fmla="*/ 650056 w 672413"/>
              <a:gd name="connsiteY2" fmla="*/ 740419 h 740419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6595"/>
              <a:gd name="connsiteY0" fmla="*/ 0 h 735249"/>
              <a:gd name="connsiteX1" fmla="*/ 648381 w 676595"/>
              <a:gd name="connsiteY1" fmla="*/ 733526 h 735249"/>
              <a:gd name="connsiteX2" fmla="*/ 16748 w 676595"/>
              <a:gd name="connsiteY2" fmla="*/ 0 h 735249"/>
              <a:gd name="connsiteX0" fmla="*/ 0 w 676595"/>
              <a:gd name="connsiteY0" fmla="*/ 1723 h 735249"/>
              <a:gd name="connsiteX1" fmla="*/ 468110 w 676595"/>
              <a:gd name="connsiteY1" fmla="*/ 181598 h 735249"/>
              <a:gd name="connsiteX2" fmla="*/ 655080 w 676595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468110 w 745134"/>
              <a:gd name="connsiteY1" fmla="*/ 181598 h 733526"/>
              <a:gd name="connsiteX2" fmla="*/ 745134 w 745134"/>
              <a:gd name="connsiteY2" fmla="*/ 700415 h 733526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641766 w 745134"/>
              <a:gd name="connsiteY1" fmla="*/ 114883 h 733526"/>
              <a:gd name="connsiteX2" fmla="*/ 745134 w 745134"/>
              <a:gd name="connsiteY2" fmla="*/ 700415 h 733526"/>
              <a:gd name="connsiteX0" fmla="*/ 16748 w 745134"/>
              <a:gd name="connsiteY0" fmla="*/ 7111 h 740637"/>
              <a:gd name="connsiteX1" fmla="*/ 648381 w 745134"/>
              <a:gd name="connsiteY1" fmla="*/ 740637 h 740637"/>
              <a:gd name="connsiteX2" fmla="*/ 16748 w 745134"/>
              <a:gd name="connsiteY2" fmla="*/ 7111 h 740637"/>
              <a:gd name="connsiteX0" fmla="*/ 0 w 745134"/>
              <a:gd name="connsiteY0" fmla="*/ 8834 h 740637"/>
              <a:gd name="connsiteX1" fmla="*/ 641766 w 745134"/>
              <a:gd name="connsiteY1" fmla="*/ 121994 h 740637"/>
              <a:gd name="connsiteX2" fmla="*/ 745134 w 745134"/>
              <a:gd name="connsiteY2" fmla="*/ 707526 h 740637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86277 w 914663"/>
              <a:gd name="connsiteY0" fmla="*/ 0 h 733526"/>
              <a:gd name="connsiteX1" fmla="*/ 817910 w 914663"/>
              <a:gd name="connsiteY1" fmla="*/ 733526 h 733526"/>
              <a:gd name="connsiteX2" fmla="*/ 186277 w 914663"/>
              <a:gd name="connsiteY2" fmla="*/ 0 h 733526"/>
              <a:gd name="connsiteX0" fmla="*/ 0 w 914663"/>
              <a:gd name="connsiteY0" fmla="*/ 66097 h 733526"/>
              <a:gd name="connsiteX1" fmla="*/ 811295 w 914663"/>
              <a:gd name="connsiteY1" fmla="*/ 114883 h 733526"/>
              <a:gd name="connsiteX2" fmla="*/ 914663 w 914663"/>
              <a:gd name="connsiteY2" fmla="*/ 700415 h 733526"/>
              <a:gd name="connsiteX0" fmla="*/ 207428 w 935814"/>
              <a:gd name="connsiteY0" fmla="*/ 0 h 733526"/>
              <a:gd name="connsiteX1" fmla="*/ 839061 w 935814"/>
              <a:gd name="connsiteY1" fmla="*/ 733526 h 733526"/>
              <a:gd name="connsiteX2" fmla="*/ 207428 w 935814"/>
              <a:gd name="connsiteY2" fmla="*/ 0 h 733526"/>
              <a:gd name="connsiteX0" fmla="*/ 0 w 935814"/>
              <a:gd name="connsiteY0" fmla="*/ 91306 h 733526"/>
              <a:gd name="connsiteX1" fmla="*/ 832446 w 935814"/>
              <a:gd name="connsiteY1" fmla="*/ 114883 h 733526"/>
              <a:gd name="connsiteX2" fmla="*/ 935814 w 935814"/>
              <a:gd name="connsiteY2" fmla="*/ 700415 h 733526"/>
              <a:gd name="connsiteX0" fmla="*/ 207428 w 873750"/>
              <a:gd name="connsiteY0" fmla="*/ 0 h 774882"/>
              <a:gd name="connsiteX1" fmla="*/ 839061 w 873750"/>
              <a:gd name="connsiteY1" fmla="*/ 733526 h 774882"/>
              <a:gd name="connsiteX2" fmla="*/ 207428 w 873750"/>
              <a:gd name="connsiteY2" fmla="*/ 0 h 774882"/>
              <a:gd name="connsiteX0" fmla="*/ 0 w 873750"/>
              <a:gd name="connsiteY0" fmla="*/ 91306 h 774882"/>
              <a:gd name="connsiteX1" fmla="*/ 832446 w 873750"/>
              <a:gd name="connsiteY1" fmla="*/ 114883 h 774882"/>
              <a:gd name="connsiteX2" fmla="*/ 699196 w 873750"/>
              <a:gd name="connsiteY2" fmla="*/ 774882 h 774882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31272 h 806154"/>
              <a:gd name="connsiteX1" fmla="*/ 839061 w 839061"/>
              <a:gd name="connsiteY1" fmla="*/ 764798 h 806154"/>
              <a:gd name="connsiteX2" fmla="*/ 207428 w 839061"/>
              <a:gd name="connsiteY2" fmla="*/ 31272 h 806154"/>
              <a:gd name="connsiteX0" fmla="*/ 0 w 839061"/>
              <a:gd name="connsiteY0" fmla="*/ 122578 h 806154"/>
              <a:gd name="connsiteX1" fmla="*/ 747057 w 839061"/>
              <a:gd name="connsiteY1" fmla="*/ 47565 h 806154"/>
              <a:gd name="connsiteX2" fmla="*/ 699196 w 839061"/>
              <a:gd name="connsiteY2" fmla="*/ 806154 h 806154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061" h="829971" stroke="0" extrusionOk="0">
                <a:moveTo>
                  <a:pt x="207428" y="55089"/>
                </a:moveTo>
                <a:lnTo>
                  <a:pt x="839061" y="788615"/>
                </a:lnTo>
                <a:lnTo>
                  <a:pt x="207428" y="55089"/>
                </a:lnTo>
                <a:close/>
              </a:path>
              <a:path w="839061" h="829971" fill="none">
                <a:moveTo>
                  <a:pt x="0" y="146395"/>
                </a:moveTo>
                <a:cubicBezTo>
                  <a:pt x="199289" y="172243"/>
                  <a:pt x="573244" y="-104511"/>
                  <a:pt x="721667" y="44104"/>
                </a:cubicBezTo>
                <a:cubicBezTo>
                  <a:pt x="812118" y="197910"/>
                  <a:pt x="552420" y="668295"/>
                  <a:pt x="699196" y="829971"/>
                </a:cubicBezTo>
              </a:path>
            </a:pathLst>
          </a:cu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F5298A-596E-4606-8367-F00D3237CA05}"/>
              </a:ext>
            </a:extLst>
          </p:cNvPr>
          <p:cNvCxnSpPr>
            <a:cxnSpLocks/>
          </p:cNvCxnSpPr>
          <p:nvPr/>
        </p:nvCxnSpPr>
        <p:spPr>
          <a:xfrm>
            <a:off x="4303742" y="3214705"/>
            <a:ext cx="146506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ED7CA28-7064-4909-8C8B-209868FB02E6}"/>
              </a:ext>
            </a:extLst>
          </p:cNvPr>
          <p:cNvCxnSpPr>
            <a:cxnSpLocks/>
          </p:cNvCxnSpPr>
          <p:nvPr/>
        </p:nvCxnSpPr>
        <p:spPr>
          <a:xfrm flipV="1">
            <a:off x="4311353" y="1889304"/>
            <a:ext cx="0" cy="133366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Arc 92">
            <a:extLst>
              <a:ext uri="{FF2B5EF4-FFF2-40B4-BE49-F238E27FC236}">
                <a16:creationId xmlns:a16="http://schemas.microsoft.com/office/drawing/2014/main" id="{6F5C5495-628D-4D93-957E-DE5A7698C299}"/>
              </a:ext>
            </a:extLst>
          </p:cNvPr>
          <p:cNvSpPr/>
          <p:nvPr/>
        </p:nvSpPr>
        <p:spPr>
          <a:xfrm rot="18744345">
            <a:off x="6451816" y="2477918"/>
            <a:ext cx="1132154" cy="1105791"/>
          </a:xfrm>
          <a:custGeom>
            <a:avLst/>
            <a:gdLst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3" fmla="*/ 660486 w 1320972"/>
              <a:gd name="connsiteY3" fmla="*/ 567596 h 1135192"/>
              <a:gd name="connsiteX4" fmla="*/ 660486 w 1320972"/>
              <a:gd name="connsiteY4" fmla="*/ 0 h 1135192"/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53990"/>
              <a:gd name="connsiteY0" fmla="*/ 0 h 733526"/>
              <a:gd name="connsiteX1" fmla="*/ 631633 w 653990"/>
              <a:gd name="connsiteY1" fmla="*/ 733526 h 733526"/>
              <a:gd name="connsiteX2" fmla="*/ 0 w 653990"/>
              <a:gd name="connsiteY2" fmla="*/ 0 h 733526"/>
              <a:gd name="connsiteX0" fmla="*/ 0 w 653990"/>
              <a:gd name="connsiteY0" fmla="*/ 0 h 733526"/>
              <a:gd name="connsiteX1" fmla="*/ 451362 w 653990"/>
              <a:gd name="connsiteY1" fmla="*/ 181598 h 733526"/>
              <a:gd name="connsiteX2" fmla="*/ 631633 w 653990"/>
              <a:gd name="connsiteY2" fmla="*/ 733526 h 733526"/>
              <a:gd name="connsiteX0" fmla="*/ 18423 w 672413"/>
              <a:gd name="connsiteY0" fmla="*/ 6893 h 740419"/>
              <a:gd name="connsiteX1" fmla="*/ 650056 w 672413"/>
              <a:gd name="connsiteY1" fmla="*/ 740419 h 740419"/>
              <a:gd name="connsiteX2" fmla="*/ 18423 w 672413"/>
              <a:gd name="connsiteY2" fmla="*/ 6893 h 740419"/>
              <a:gd name="connsiteX0" fmla="*/ 0 w 672413"/>
              <a:gd name="connsiteY0" fmla="*/ 0 h 740419"/>
              <a:gd name="connsiteX1" fmla="*/ 469785 w 672413"/>
              <a:gd name="connsiteY1" fmla="*/ 188491 h 740419"/>
              <a:gd name="connsiteX2" fmla="*/ 650056 w 672413"/>
              <a:gd name="connsiteY2" fmla="*/ 740419 h 740419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6595"/>
              <a:gd name="connsiteY0" fmla="*/ 0 h 735249"/>
              <a:gd name="connsiteX1" fmla="*/ 648381 w 676595"/>
              <a:gd name="connsiteY1" fmla="*/ 733526 h 735249"/>
              <a:gd name="connsiteX2" fmla="*/ 16748 w 676595"/>
              <a:gd name="connsiteY2" fmla="*/ 0 h 735249"/>
              <a:gd name="connsiteX0" fmla="*/ 0 w 676595"/>
              <a:gd name="connsiteY0" fmla="*/ 1723 h 735249"/>
              <a:gd name="connsiteX1" fmla="*/ 468110 w 676595"/>
              <a:gd name="connsiteY1" fmla="*/ 181598 h 735249"/>
              <a:gd name="connsiteX2" fmla="*/ 655080 w 676595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468110 w 745134"/>
              <a:gd name="connsiteY1" fmla="*/ 181598 h 733526"/>
              <a:gd name="connsiteX2" fmla="*/ 745134 w 745134"/>
              <a:gd name="connsiteY2" fmla="*/ 700415 h 733526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641766 w 745134"/>
              <a:gd name="connsiteY1" fmla="*/ 114883 h 733526"/>
              <a:gd name="connsiteX2" fmla="*/ 745134 w 745134"/>
              <a:gd name="connsiteY2" fmla="*/ 700415 h 733526"/>
              <a:gd name="connsiteX0" fmla="*/ 16748 w 745134"/>
              <a:gd name="connsiteY0" fmla="*/ 7111 h 740637"/>
              <a:gd name="connsiteX1" fmla="*/ 648381 w 745134"/>
              <a:gd name="connsiteY1" fmla="*/ 740637 h 740637"/>
              <a:gd name="connsiteX2" fmla="*/ 16748 w 745134"/>
              <a:gd name="connsiteY2" fmla="*/ 7111 h 740637"/>
              <a:gd name="connsiteX0" fmla="*/ 0 w 745134"/>
              <a:gd name="connsiteY0" fmla="*/ 8834 h 740637"/>
              <a:gd name="connsiteX1" fmla="*/ 641766 w 745134"/>
              <a:gd name="connsiteY1" fmla="*/ 121994 h 740637"/>
              <a:gd name="connsiteX2" fmla="*/ 745134 w 745134"/>
              <a:gd name="connsiteY2" fmla="*/ 707526 h 740637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86277 w 914663"/>
              <a:gd name="connsiteY0" fmla="*/ 0 h 733526"/>
              <a:gd name="connsiteX1" fmla="*/ 817910 w 914663"/>
              <a:gd name="connsiteY1" fmla="*/ 733526 h 733526"/>
              <a:gd name="connsiteX2" fmla="*/ 186277 w 914663"/>
              <a:gd name="connsiteY2" fmla="*/ 0 h 733526"/>
              <a:gd name="connsiteX0" fmla="*/ 0 w 914663"/>
              <a:gd name="connsiteY0" fmla="*/ 66097 h 733526"/>
              <a:gd name="connsiteX1" fmla="*/ 811295 w 914663"/>
              <a:gd name="connsiteY1" fmla="*/ 114883 h 733526"/>
              <a:gd name="connsiteX2" fmla="*/ 914663 w 914663"/>
              <a:gd name="connsiteY2" fmla="*/ 700415 h 733526"/>
              <a:gd name="connsiteX0" fmla="*/ 207428 w 935814"/>
              <a:gd name="connsiteY0" fmla="*/ 0 h 733526"/>
              <a:gd name="connsiteX1" fmla="*/ 839061 w 935814"/>
              <a:gd name="connsiteY1" fmla="*/ 733526 h 733526"/>
              <a:gd name="connsiteX2" fmla="*/ 207428 w 935814"/>
              <a:gd name="connsiteY2" fmla="*/ 0 h 733526"/>
              <a:gd name="connsiteX0" fmla="*/ 0 w 935814"/>
              <a:gd name="connsiteY0" fmla="*/ 91306 h 733526"/>
              <a:gd name="connsiteX1" fmla="*/ 832446 w 935814"/>
              <a:gd name="connsiteY1" fmla="*/ 114883 h 733526"/>
              <a:gd name="connsiteX2" fmla="*/ 935814 w 935814"/>
              <a:gd name="connsiteY2" fmla="*/ 700415 h 733526"/>
              <a:gd name="connsiteX0" fmla="*/ 207428 w 873750"/>
              <a:gd name="connsiteY0" fmla="*/ 0 h 774882"/>
              <a:gd name="connsiteX1" fmla="*/ 839061 w 873750"/>
              <a:gd name="connsiteY1" fmla="*/ 733526 h 774882"/>
              <a:gd name="connsiteX2" fmla="*/ 207428 w 873750"/>
              <a:gd name="connsiteY2" fmla="*/ 0 h 774882"/>
              <a:gd name="connsiteX0" fmla="*/ 0 w 873750"/>
              <a:gd name="connsiteY0" fmla="*/ 91306 h 774882"/>
              <a:gd name="connsiteX1" fmla="*/ 832446 w 873750"/>
              <a:gd name="connsiteY1" fmla="*/ 114883 h 774882"/>
              <a:gd name="connsiteX2" fmla="*/ 699196 w 873750"/>
              <a:gd name="connsiteY2" fmla="*/ 774882 h 774882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31272 h 806154"/>
              <a:gd name="connsiteX1" fmla="*/ 839061 w 839061"/>
              <a:gd name="connsiteY1" fmla="*/ 764798 h 806154"/>
              <a:gd name="connsiteX2" fmla="*/ 207428 w 839061"/>
              <a:gd name="connsiteY2" fmla="*/ 31272 h 806154"/>
              <a:gd name="connsiteX0" fmla="*/ 0 w 839061"/>
              <a:gd name="connsiteY0" fmla="*/ 122578 h 806154"/>
              <a:gd name="connsiteX1" fmla="*/ 747057 w 839061"/>
              <a:gd name="connsiteY1" fmla="*/ 47565 h 806154"/>
              <a:gd name="connsiteX2" fmla="*/ 699196 w 839061"/>
              <a:gd name="connsiteY2" fmla="*/ 806154 h 806154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15023"/>
              <a:gd name="connsiteX1" fmla="*/ 839061 w 839061"/>
              <a:gd name="connsiteY1" fmla="*/ 788615 h 815023"/>
              <a:gd name="connsiteX2" fmla="*/ 207428 w 839061"/>
              <a:gd name="connsiteY2" fmla="*/ 55089 h 815023"/>
              <a:gd name="connsiteX0" fmla="*/ 0 w 839061"/>
              <a:gd name="connsiteY0" fmla="*/ 146395 h 815023"/>
              <a:gd name="connsiteX1" fmla="*/ 721667 w 839061"/>
              <a:gd name="connsiteY1" fmla="*/ 44104 h 815023"/>
              <a:gd name="connsiteX2" fmla="*/ 715876 w 839061"/>
              <a:gd name="connsiteY2" fmla="*/ 815023 h 815023"/>
              <a:gd name="connsiteX0" fmla="*/ 207428 w 839061"/>
              <a:gd name="connsiteY0" fmla="*/ 55089 h 815023"/>
              <a:gd name="connsiteX1" fmla="*/ 839061 w 839061"/>
              <a:gd name="connsiteY1" fmla="*/ 788615 h 815023"/>
              <a:gd name="connsiteX2" fmla="*/ 207428 w 839061"/>
              <a:gd name="connsiteY2" fmla="*/ 55089 h 815023"/>
              <a:gd name="connsiteX0" fmla="*/ 0 w 839061"/>
              <a:gd name="connsiteY0" fmla="*/ 146395 h 815023"/>
              <a:gd name="connsiteX1" fmla="*/ 721667 w 839061"/>
              <a:gd name="connsiteY1" fmla="*/ 44104 h 815023"/>
              <a:gd name="connsiteX2" fmla="*/ 715876 w 839061"/>
              <a:gd name="connsiteY2" fmla="*/ 815023 h 815023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061" h="804166" stroke="0" extrusionOk="0">
                <a:moveTo>
                  <a:pt x="207428" y="55089"/>
                </a:moveTo>
                <a:lnTo>
                  <a:pt x="839061" y="788615"/>
                </a:lnTo>
                <a:lnTo>
                  <a:pt x="207428" y="55089"/>
                </a:lnTo>
                <a:close/>
              </a:path>
              <a:path w="839061" h="804166" fill="none">
                <a:moveTo>
                  <a:pt x="0" y="146395"/>
                </a:moveTo>
                <a:cubicBezTo>
                  <a:pt x="199289" y="172243"/>
                  <a:pt x="573244" y="-104511"/>
                  <a:pt x="721667" y="44104"/>
                </a:cubicBezTo>
                <a:cubicBezTo>
                  <a:pt x="812118" y="197910"/>
                  <a:pt x="500910" y="571865"/>
                  <a:pt x="736364" y="804166"/>
                </a:cubicBezTo>
              </a:path>
            </a:pathLst>
          </a:cu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87610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8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It gives the probability of finding electron at a distance r from the nucleus in thin shell.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29368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Radial Probability Distribution Function</a:t>
            </a:r>
          </a:p>
        </p:txBody>
      </p:sp>
    </p:spTree>
    <p:extLst>
      <p:ext uri="{BB962C8B-B14F-4D97-AF65-F5344CB8AC3E}">
        <p14:creationId xmlns:p14="http://schemas.microsoft.com/office/powerpoint/2010/main" val="3903552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1B4625-334D-4529-BE51-83ECF5B728F8}"/>
                  </a:ext>
                </a:extLst>
              </p:cNvPr>
              <p:cNvSpPr txBox="1"/>
              <p:nvPr/>
            </p:nvSpPr>
            <p:spPr>
              <a:xfrm>
                <a:off x="3311526" y="2925563"/>
                <a:ext cx="5184775" cy="4510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/>
                <a:r>
                  <a:rPr lang="en-US" sz="1800" dirty="0" err="1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dV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</a:t>
                </a:r>
                <a:r>
                  <a:rPr lang="en-US" sz="1800" b="1" dirty="0">
                    <a:solidFill>
                      <a:prstClr val="white"/>
                    </a:solidFill>
                    <a:latin typeface="Symbol" panose="05050102010706020507" pitchFamily="18" charset="2"/>
                  </a:rPr>
                  <a:t>p</a:t>
                </a:r>
                <a:r>
                  <a:rPr lang="en-US" sz="1800" b="1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(r + </a:t>
                </a:r>
                <a:r>
                  <a:rPr lang="en-US" sz="1800" dirty="0" err="1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dr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)</a:t>
                </a:r>
                <a:r>
                  <a:rPr lang="en-US" sz="1800" baseline="300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3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</a:t>
                </a:r>
                <a:r>
                  <a:rPr lang="en-US" sz="1800" b="1" dirty="0">
                    <a:solidFill>
                      <a:prstClr val="white"/>
                    </a:solidFill>
                    <a:latin typeface="Symbol" panose="05050102010706020507" pitchFamily="18" charset="2"/>
                  </a:rPr>
                  <a:t>p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r</a:t>
                </a:r>
                <a:r>
                  <a:rPr lang="en-US" sz="1800" baseline="300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3</a:t>
                </a:r>
                <a:endParaRPr lang="en-US" sz="1800" dirty="0">
                  <a:solidFill>
                    <a:prstClr val="white"/>
                  </a:solidFill>
                  <a:latin typeface="Montserrat SemiBold" panose="00000700000000000000" pitchFamily="2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1B4625-334D-4529-BE51-83ECF5B72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26" y="2925563"/>
                <a:ext cx="5184775" cy="451086"/>
              </a:xfrm>
              <a:prstGeom prst="rect">
                <a:avLst/>
              </a:prstGeom>
              <a:blipFill>
                <a:blip r:embed="rId2"/>
                <a:stretch>
                  <a:fillRect l="-2703" b="-17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29368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Radial Probability Distribution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C6FF76-9B16-4243-A05B-ABF52F7FA08D}"/>
                  </a:ext>
                </a:extLst>
              </p:cNvPr>
              <p:cNvSpPr txBox="1"/>
              <p:nvPr/>
            </p:nvSpPr>
            <p:spPr>
              <a:xfrm>
                <a:off x="3311526" y="3620888"/>
                <a:ext cx="5184775" cy="4510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/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</a:t>
                </a:r>
                <a:r>
                  <a:rPr lang="en-US" sz="1800" b="1" dirty="0">
                    <a:solidFill>
                      <a:prstClr val="white"/>
                    </a:solidFill>
                    <a:latin typeface="Symbol" panose="05050102010706020507" pitchFamily="18" charset="2"/>
                  </a:rPr>
                  <a:t>p</a:t>
                </a:r>
                <a:r>
                  <a:rPr lang="en-US" sz="1800" b="1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{r</a:t>
                </a:r>
                <a:r>
                  <a:rPr lang="en-US" sz="1800" baseline="300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3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+ 3dr r</a:t>
                </a:r>
                <a:r>
                  <a:rPr lang="en-US" sz="1800" baseline="300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2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+ 3dr</a:t>
                </a:r>
                <a:r>
                  <a:rPr lang="en-US" sz="1800" baseline="300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2 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r + dr</a:t>
                </a:r>
                <a:r>
                  <a:rPr lang="en-US" sz="1800" baseline="300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3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– r</a:t>
                </a:r>
                <a:r>
                  <a:rPr lang="en-US" sz="1800" baseline="300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3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C6FF76-9B16-4243-A05B-ABF52F7FA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26" y="3620888"/>
                <a:ext cx="5184775" cy="451086"/>
              </a:xfrm>
              <a:prstGeom prst="rect">
                <a:avLst/>
              </a:prstGeom>
              <a:blipFill>
                <a:blip r:embed="rId3"/>
                <a:stretch>
                  <a:fillRect l="-2703" b="-17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EA0DE3E-4A3A-4877-BF03-8FAEAFE325AC}"/>
              </a:ext>
            </a:extLst>
          </p:cNvPr>
          <p:cNvGrpSpPr/>
          <p:nvPr/>
        </p:nvGrpSpPr>
        <p:grpSpPr>
          <a:xfrm>
            <a:off x="4695550" y="1304908"/>
            <a:ext cx="1354113" cy="1355799"/>
            <a:chOff x="4695549" y="1343007"/>
            <a:chExt cx="1354113" cy="135579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3C9B981-C50B-4463-8A9D-8C995C09E4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3512" y="1939671"/>
              <a:ext cx="547110" cy="91916"/>
            </a:xfrm>
            <a:prstGeom prst="straightConnector1">
              <a:avLst/>
            </a:prstGeom>
            <a:ln w="1905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00BBAA3-E36F-4E03-9980-4985888864E7}"/>
                </a:ext>
              </a:extLst>
            </p:cNvPr>
            <p:cNvSpPr/>
            <p:nvPr/>
          </p:nvSpPr>
          <p:spPr>
            <a:xfrm>
              <a:off x="4824780" y="1472091"/>
              <a:ext cx="1095650" cy="10944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0F28109-F3D6-4052-8BBA-517C09C0819A}"/>
                </a:ext>
              </a:extLst>
            </p:cNvPr>
            <p:cNvSpPr/>
            <p:nvPr/>
          </p:nvSpPr>
          <p:spPr>
            <a:xfrm flipH="1" flipV="1">
              <a:off x="5339289" y="2013603"/>
              <a:ext cx="45719" cy="47936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DE1643-04B0-46A4-AB93-3EC23A3DB51C}"/>
                </a:ext>
              </a:extLst>
            </p:cNvPr>
            <p:cNvSpPr txBox="1"/>
            <p:nvPr/>
          </p:nvSpPr>
          <p:spPr>
            <a:xfrm>
              <a:off x="5509711" y="1800094"/>
              <a:ext cx="20800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US" sz="1200" dirty="0">
                  <a:solidFill>
                    <a:srgbClr val="FFFF00"/>
                  </a:solidFill>
                  <a:latin typeface="Montserrat SemiBold" panose="00000700000000000000" pitchFamily="2" charset="0"/>
                </a:rPr>
                <a:t>r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3696DD7-F3EA-47F9-B4D8-224624559E20}"/>
                </a:ext>
              </a:extLst>
            </p:cNvPr>
            <p:cNvCxnSpPr>
              <a:cxnSpLocks/>
            </p:cNvCxnSpPr>
            <p:nvPr/>
          </p:nvCxnSpPr>
          <p:spPr>
            <a:xfrm>
              <a:off x="5359903" y="2029206"/>
              <a:ext cx="0" cy="669600"/>
            </a:xfrm>
            <a:prstGeom prst="straightConnector1">
              <a:avLst/>
            </a:prstGeom>
            <a:noFill/>
            <a:ln w="19050" cap="rnd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2D9B02E-6BEF-482F-ABD7-3E7D09C95389}"/>
                </a:ext>
              </a:extLst>
            </p:cNvPr>
            <p:cNvSpPr txBox="1"/>
            <p:nvPr/>
          </p:nvSpPr>
          <p:spPr>
            <a:xfrm>
              <a:off x="5120760" y="2207040"/>
              <a:ext cx="208005" cy="3139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>
                <a:lnSpc>
                  <a:spcPct val="85000"/>
                </a:lnSpc>
              </a:pPr>
              <a:r>
                <a:rPr lang="en-US" sz="1200" dirty="0">
                  <a:solidFill>
                    <a:srgbClr val="FFFF00"/>
                  </a:solidFill>
                  <a:latin typeface="Montserrat SemiBold" panose="00000700000000000000" pitchFamily="2" charset="0"/>
                </a:rPr>
                <a:t>r+</a:t>
              </a:r>
            </a:p>
            <a:p>
              <a:pPr algn="ctr" defTabSz="457189">
                <a:lnSpc>
                  <a:spcPct val="85000"/>
                </a:lnSpc>
              </a:pPr>
              <a:r>
                <a:rPr lang="en-US" sz="1200" dirty="0" err="1">
                  <a:solidFill>
                    <a:srgbClr val="FFFF00"/>
                  </a:solidFill>
                  <a:latin typeface="Montserrat SemiBold" panose="00000700000000000000" pitchFamily="2" charset="0"/>
                </a:rPr>
                <a:t>dr</a:t>
              </a:r>
              <a:endParaRPr lang="en-US" sz="1200" dirty="0">
                <a:solidFill>
                  <a:srgbClr val="FFFF00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3BD32F4-220B-4BFC-B22F-8D20067F2D5D}"/>
                </a:ext>
              </a:extLst>
            </p:cNvPr>
            <p:cNvSpPr/>
            <p:nvPr/>
          </p:nvSpPr>
          <p:spPr>
            <a:xfrm>
              <a:off x="4695549" y="1343007"/>
              <a:ext cx="1354113" cy="135256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US" sz="18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8493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1B4625-334D-4529-BE51-83ECF5B728F8}"/>
                  </a:ext>
                </a:extLst>
              </p:cNvPr>
              <p:cNvSpPr txBox="1"/>
              <p:nvPr/>
            </p:nvSpPr>
            <p:spPr>
              <a:xfrm>
                <a:off x="3311526" y="1257935"/>
                <a:ext cx="5221288" cy="4510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/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prstClr val="white"/>
                            </a:solidFill>
                            <a:latin typeface="Montserrat SemiBold" panose="00000700000000000000" pitchFamily="2" charset="0"/>
                            <a:cs typeface="Arial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</a:t>
                </a:r>
                <a:r>
                  <a:rPr lang="en-US" sz="1800" b="1" dirty="0">
                    <a:solidFill>
                      <a:prstClr val="white"/>
                    </a:solidFill>
                    <a:latin typeface="Symbol" panose="05050102010706020507" pitchFamily="18" charset="2"/>
                  </a:rPr>
                  <a:t>p</a:t>
                </a:r>
                <a:r>
                  <a:rPr lang="en-US" sz="1800" b="1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{3 </a:t>
                </a:r>
                <a:r>
                  <a:rPr lang="en-US" sz="1800" dirty="0" err="1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dr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 r</a:t>
                </a:r>
                <a:r>
                  <a:rPr lang="en-US" sz="1800" baseline="300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2</a:t>
                </a:r>
                <a:r>
                  <a:rPr lang="en-US" sz="1800" dirty="0">
                    <a:solidFill>
                      <a:prstClr val="white"/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1B4625-334D-4529-BE51-83ECF5B72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26" y="1257935"/>
                <a:ext cx="5221288" cy="451086"/>
              </a:xfrm>
              <a:prstGeom prst="rect">
                <a:avLst/>
              </a:prstGeom>
              <a:blipFill>
                <a:blip r:embed="rId2"/>
                <a:stretch>
                  <a:fillRect l="-2684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29368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Radial Probability Distribution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3FF46-25FD-4873-906B-032E3D095D59}"/>
              </a:ext>
            </a:extLst>
          </p:cNvPr>
          <p:cNvSpPr txBox="1"/>
          <p:nvPr/>
        </p:nvSpPr>
        <p:spPr>
          <a:xfrm>
            <a:off x="3311526" y="1917793"/>
            <a:ext cx="41402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= 4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p</a:t>
            </a:r>
            <a:r>
              <a:rPr lang="en-US" sz="1800" b="1" dirty="0">
                <a:solidFill>
                  <a:prstClr val="black"/>
                </a:solidFill>
                <a:latin typeface="Symbol" panose="05050102010706020507" pitchFamily="18" charset="2"/>
              </a:rPr>
              <a:t> 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r</a:t>
            </a:r>
            <a:r>
              <a:rPr lang="en-US" sz="1800" baseline="300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2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dr</a:t>
            </a:r>
            <a:endParaRPr lang="en-US" sz="1800" dirty="0">
              <a:solidFill>
                <a:prstClr val="white"/>
              </a:solidFill>
              <a:latin typeface="Montserrat SemiBold" panose="00000700000000000000" pitchFamily="2" charset="0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013E09-66FF-4700-8543-7A2807ECEA15}"/>
              </a:ext>
            </a:extLst>
          </p:cNvPr>
          <p:cNvSpPr txBox="1"/>
          <p:nvPr/>
        </p:nvSpPr>
        <p:spPr>
          <a:xfrm>
            <a:off x="3311525" y="2475452"/>
            <a:ext cx="473965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Radial probability distribution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CAA35-FEA7-4876-AE4A-F06891696958}"/>
              </a:ext>
            </a:extLst>
          </p:cNvPr>
          <p:cNvSpPr txBox="1"/>
          <p:nvPr/>
        </p:nvSpPr>
        <p:spPr>
          <a:xfrm>
            <a:off x="3311525" y="2894611"/>
            <a:ext cx="240905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= 4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p</a:t>
            </a:r>
            <a:r>
              <a:rPr lang="en-US" sz="1800" b="1" dirty="0">
                <a:solidFill>
                  <a:prstClr val="black"/>
                </a:solidFill>
                <a:latin typeface="Symbol" panose="05050102010706020507" pitchFamily="18" charset="2"/>
              </a:rPr>
              <a:t> 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r</a:t>
            </a:r>
            <a:r>
              <a:rPr lang="en-US" sz="1800" baseline="300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2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baseline="300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2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(r)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05F84-9E3C-4619-A6E3-8327C339F21C}"/>
              </a:ext>
            </a:extLst>
          </p:cNvPr>
          <p:cNvSpPr txBox="1"/>
          <p:nvPr/>
        </p:nvSpPr>
        <p:spPr>
          <a:xfrm>
            <a:off x="3311525" y="3313770"/>
            <a:ext cx="240905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= P(r)</a:t>
            </a:r>
          </a:p>
        </p:txBody>
      </p:sp>
    </p:spTree>
    <p:extLst>
      <p:ext uri="{BB962C8B-B14F-4D97-AF65-F5344CB8AC3E}">
        <p14:creationId xmlns:p14="http://schemas.microsoft.com/office/powerpoint/2010/main" val="3209974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2931913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1s, 2p, 3d, 4f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29368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Radial Probability Distribution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83266-253A-4B17-BAF7-AF8F4113B9C3}"/>
              </a:ext>
            </a:extLst>
          </p:cNvPr>
          <p:cNvSpPr txBox="1"/>
          <p:nvPr/>
        </p:nvSpPr>
        <p:spPr>
          <a:xfrm>
            <a:off x="5683252" y="2610444"/>
            <a:ext cx="37434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GB" sz="1600" dirty="0">
                <a:solidFill>
                  <a:srgbClr val="FFFF00"/>
                </a:solidFill>
                <a:latin typeface="Calibri" panose="020F0502020204030204"/>
                <a:ea typeface="Verdana" panose="020B0604030504040204" pitchFamily="34" charset="0"/>
              </a:rPr>
              <a:t>(r)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60EDC5-669B-4189-8E14-3E8E69A88CB9}"/>
              </a:ext>
            </a:extLst>
          </p:cNvPr>
          <p:cNvSpPr txBox="1"/>
          <p:nvPr/>
        </p:nvSpPr>
        <p:spPr>
          <a:xfrm>
            <a:off x="4858743" y="1875140"/>
            <a:ext cx="4194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GB" sz="1600" dirty="0">
                <a:solidFill>
                  <a:srgbClr val="FFFF00"/>
                </a:solidFill>
                <a:latin typeface="Calibri" panose="020F0502020204030204"/>
                <a:ea typeface="Verdana" panose="020B0604030504040204" pitchFamily="34" charset="0"/>
              </a:rPr>
              <a:t>P(r)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4A5600-0E55-455E-B3F6-9ECDACF57FD1}"/>
              </a:ext>
            </a:extLst>
          </p:cNvPr>
          <p:cNvCxnSpPr>
            <a:cxnSpLocks/>
          </p:cNvCxnSpPr>
          <p:nvPr/>
        </p:nvCxnSpPr>
        <p:spPr>
          <a:xfrm>
            <a:off x="6260560" y="199028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E7968D-A9DB-4222-BAE5-1E969B5EFCB2}"/>
              </a:ext>
            </a:extLst>
          </p:cNvPr>
          <p:cNvCxnSpPr>
            <a:cxnSpLocks/>
          </p:cNvCxnSpPr>
          <p:nvPr/>
        </p:nvCxnSpPr>
        <p:spPr>
          <a:xfrm flipV="1">
            <a:off x="5099972" y="1597863"/>
            <a:ext cx="0" cy="2432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6CEE4F-C657-492D-9507-28E241078F3D}"/>
              </a:ext>
            </a:extLst>
          </p:cNvPr>
          <p:cNvCxnSpPr>
            <a:cxnSpLocks/>
          </p:cNvCxnSpPr>
          <p:nvPr/>
        </p:nvCxnSpPr>
        <p:spPr>
          <a:xfrm>
            <a:off x="5291647" y="2593053"/>
            <a:ext cx="146506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94A44B-D4AB-458E-8E80-F6FA7F23F0EC}"/>
              </a:ext>
            </a:extLst>
          </p:cNvPr>
          <p:cNvCxnSpPr>
            <a:cxnSpLocks/>
          </p:cNvCxnSpPr>
          <p:nvPr/>
        </p:nvCxnSpPr>
        <p:spPr>
          <a:xfrm flipV="1">
            <a:off x="5301639" y="1264477"/>
            <a:ext cx="0" cy="133366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74AFB4-ACB7-4102-BF79-4436830C0447}"/>
              </a:ext>
            </a:extLst>
          </p:cNvPr>
          <p:cNvCxnSpPr>
            <a:cxnSpLocks/>
          </p:cNvCxnSpPr>
          <p:nvPr/>
        </p:nvCxnSpPr>
        <p:spPr>
          <a:xfrm rot="5400000" flipV="1">
            <a:off x="6205038" y="2631918"/>
            <a:ext cx="0" cy="2432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92">
            <a:extLst>
              <a:ext uri="{FF2B5EF4-FFF2-40B4-BE49-F238E27FC236}">
                <a16:creationId xmlns:a16="http://schemas.microsoft.com/office/drawing/2014/main" id="{1450F4C2-CAB3-49CB-93B5-D86B0ECBA78E}"/>
              </a:ext>
            </a:extLst>
          </p:cNvPr>
          <p:cNvSpPr/>
          <p:nvPr/>
        </p:nvSpPr>
        <p:spPr>
          <a:xfrm rot="18744345">
            <a:off x="5364845" y="1830544"/>
            <a:ext cx="1122366" cy="1111183"/>
          </a:xfrm>
          <a:custGeom>
            <a:avLst/>
            <a:gdLst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3" fmla="*/ 660486 w 1320972"/>
              <a:gd name="connsiteY3" fmla="*/ 567596 h 1135192"/>
              <a:gd name="connsiteX4" fmla="*/ 660486 w 1320972"/>
              <a:gd name="connsiteY4" fmla="*/ 0 h 1135192"/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53990"/>
              <a:gd name="connsiteY0" fmla="*/ 0 h 733526"/>
              <a:gd name="connsiteX1" fmla="*/ 631633 w 653990"/>
              <a:gd name="connsiteY1" fmla="*/ 733526 h 733526"/>
              <a:gd name="connsiteX2" fmla="*/ 0 w 653990"/>
              <a:gd name="connsiteY2" fmla="*/ 0 h 733526"/>
              <a:gd name="connsiteX0" fmla="*/ 0 w 653990"/>
              <a:gd name="connsiteY0" fmla="*/ 0 h 733526"/>
              <a:gd name="connsiteX1" fmla="*/ 451362 w 653990"/>
              <a:gd name="connsiteY1" fmla="*/ 181598 h 733526"/>
              <a:gd name="connsiteX2" fmla="*/ 631633 w 653990"/>
              <a:gd name="connsiteY2" fmla="*/ 733526 h 733526"/>
              <a:gd name="connsiteX0" fmla="*/ 18423 w 672413"/>
              <a:gd name="connsiteY0" fmla="*/ 6893 h 740419"/>
              <a:gd name="connsiteX1" fmla="*/ 650056 w 672413"/>
              <a:gd name="connsiteY1" fmla="*/ 740419 h 740419"/>
              <a:gd name="connsiteX2" fmla="*/ 18423 w 672413"/>
              <a:gd name="connsiteY2" fmla="*/ 6893 h 740419"/>
              <a:gd name="connsiteX0" fmla="*/ 0 w 672413"/>
              <a:gd name="connsiteY0" fmla="*/ 0 h 740419"/>
              <a:gd name="connsiteX1" fmla="*/ 469785 w 672413"/>
              <a:gd name="connsiteY1" fmla="*/ 188491 h 740419"/>
              <a:gd name="connsiteX2" fmla="*/ 650056 w 672413"/>
              <a:gd name="connsiteY2" fmla="*/ 740419 h 740419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6595"/>
              <a:gd name="connsiteY0" fmla="*/ 0 h 735249"/>
              <a:gd name="connsiteX1" fmla="*/ 648381 w 676595"/>
              <a:gd name="connsiteY1" fmla="*/ 733526 h 735249"/>
              <a:gd name="connsiteX2" fmla="*/ 16748 w 676595"/>
              <a:gd name="connsiteY2" fmla="*/ 0 h 735249"/>
              <a:gd name="connsiteX0" fmla="*/ 0 w 676595"/>
              <a:gd name="connsiteY0" fmla="*/ 1723 h 735249"/>
              <a:gd name="connsiteX1" fmla="*/ 468110 w 676595"/>
              <a:gd name="connsiteY1" fmla="*/ 181598 h 735249"/>
              <a:gd name="connsiteX2" fmla="*/ 655080 w 676595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468110 w 745134"/>
              <a:gd name="connsiteY1" fmla="*/ 181598 h 733526"/>
              <a:gd name="connsiteX2" fmla="*/ 745134 w 745134"/>
              <a:gd name="connsiteY2" fmla="*/ 700415 h 733526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641766 w 745134"/>
              <a:gd name="connsiteY1" fmla="*/ 114883 h 733526"/>
              <a:gd name="connsiteX2" fmla="*/ 745134 w 745134"/>
              <a:gd name="connsiteY2" fmla="*/ 700415 h 733526"/>
              <a:gd name="connsiteX0" fmla="*/ 16748 w 745134"/>
              <a:gd name="connsiteY0" fmla="*/ 7111 h 740637"/>
              <a:gd name="connsiteX1" fmla="*/ 648381 w 745134"/>
              <a:gd name="connsiteY1" fmla="*/ 740637 h 740637"/>
              <a:gd name="connsiteX2" fmla="*/ 16748 w 745134"/>
              <a:gd name="connsiteY2" fmla="*/ 7111 h 740637"/>
              <a:gd name="connsiteX0" fmla="*/ 0 w 745134"/>
              <a:gd name="connsiteY0" fmla="*/ 8834 h 740637"/>
              <a:gd name="connsiteX1" fmla="*/ 641766 w 745134"/>
              <a:gd name="connsiteY1" fmla="*/ 121994 h 740637"/>
              <a:gd name="connsiteX2" fmla="*/ 745134 w 745134"/>
              <a:gd name="connsiteY2" fmla="*/ 707526 h 740637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86277 w 914663"/>
              <a:gd name="connsiteY0" fmla="*/ 0 h 733526"/>
              <a:gd name="connsiteX1" fmla="*/ 817910 w 914663"/>
              <a:gd name="connsiteY1" fmla="*/ 733526 h 733526"/>
              <a:gd name="connsiteX2" fmla="*/ 186277 w 914663"/>
              <a:gd name="connsiteY2" fmla="*/ 0 h 733526"/>
              <a:gd name="connsiteX0" fmla="*/ 0 w 914663"/>
              <a:gd name="connsiteY0" fmla="*/ 66097 h 733526"/>
              <a:gd name="connsiteX1" fmla="*/ 811295 w 914663"/>
              <a:gd name="connsiteY1" fmla="*/ 114883 h 733526"/>
              <a:gd name="connsiteX2" fmla="*/ 914663 w 914663"/>
              <a:gd name="connsiteY2" fmla="*/ 700415 h 733526"/>
              <a:gd name="connsiteX0" fmla="*/ 207428 w 935814"/>
              <a:gd name="connsiteY0" fmla="*/ 0 h 733526"/>
              <a:gd name="connsiteX1" fmla="*/ 839061 w 935814"/>
              <a:gd name="connsiteY1" fmla="*/ 733526 h 733526"/>
              <a:gd name="connsiteX2" fmla="*/ 207428 w 935814"/>
              <a:gd name="connsiteY2" fmla="*/ 0 h 733526"/>
              <a:gd name="connsiteX0" fmla="*/ 0 w 935814"/>
              <a:gd name="connsiteY0" fmla="*/ 91306 h 733526"/>
              <a:gd name="connsiteX1" fmla="*/ 832446 w 935814"/>
              <a:gd name="connsiteY1" fmla="*/ 114883 h 733526"/>
              <a:gd name="connsiteX2" fmla="*/ 935814 w 935814"/>
              <a:gd name="connsiteY2" fmla="*/ 700415 h 733526"/>
              <a:gd name="connsiteX0" fmla="*/ 207428 w 873750"/>
              <a:gd name="connsiteY0" fmla="*/ 0 h 774882"/>
              <a:gd name="connsiteX1" fmla="*/ 839061 w 873750"/>
              <a:gd name="connsiteY1" fmla="*/ 733526 h 774882"/>
              <a:gd name="connsiteX2" fmla="*/ 207428 w 873750"/>
              <a:gd name="connsiteY2" fmla="*/ 0 h 774882"/>
              <a:gd name="connsiteX0" fmla="*/ 0 w 873750"/>
              <a:gd name="connsiteY0" fmla="*/ 91306 h 774882"/>
              <a:gd name="connsiteX1" fmla="*/ 832446 w 873750"/>
              <a:gd name="connsiteY1" fmla="*/ 114883 h 774882"/>
              <a:gd name="connsiteX2" fmla="*/ 699196 w 873750"/>
              <a:gd name="connsiteY2" fmla="*/ 774882 h 774882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31272 h 806154"/>
              <a:gd name="connsiteX1" fmla="*/ 839061 w 839061"/>
              <a:gd name="connsiteY1" fmla="*/ 764798 h 806154"/>
              <a:gd name="connsiteX2" fmla="*/ 207428 w 839061"/>
              <a:gd name="connsiteY2" fmla="*/ 31272 h 806154"/>
              <a:gd name="connsiteX0" fmla="*/ 0 w 839061"/>
              <a:gd name="connsiteY0" fmla="*/ 122578 h 806154"/>
              <a:gd name="connsiteX1" fmla="*/ 747057 w 839061"/>
              <a:gd name="connsiteY1" fmla="*/ 47565 h 806154"/>
              <a:gd name="connsiteX2" fmla="*/ 699196 w 839061"/>
              <a:gd name="connsiteY2" fmla="*/ 806154 h 806154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15023"/>
              <a:gd name="connsiteX1" fmla="*/ 839061 w 839061"/>
              <a:gd name="connsiteY1" fmla="*/ 788615 h 815023"/>
              <a:gd name="connsiteX2" fmla="*/ 207428 w 839061"/>
              <a:gd name="connsiteY2" fmla="*/ 55089 h 815023"/>
              <a:gd name="connsiteX0" fmla="*/ 0 w 839061"/>
              <a:gd name="connsiteY0" fmla="*/ 146395 h 815023"/>
              <a:gd name="connsiteX1" fmla="*/ 721667 w 839061"/>
              <a:gd name="connsiteY1" fmla="*/ 44104 h 815023"/>
              <a:gd name="connsiteX2" fmla="*/ 715876 w 839061"/>
              <a:gd name="connsiteY2" fmla="*/ 815023 h 815023"/>
              <a:gd name="connsiteX0" fmla="*/ 207428 w 839061"/>
              <a:gd name="connsiteY0" fmla="*/ 55089 h 815023"/>
              <a:gd name="connsiteX1" fmla="*/ 839061 w 839061"/>
              <a:gd name="connsiteY1" fmla="*/ 788615 h 815023"/>
              <a:gd name="connsiteX2" fmla="*/ 207428 w 839061"/>
              <a:gd name="connsiteY2" fmla="*/ 55089 h 815023"/>
              <a:gd name="connsiteX0" fmla="*/ 0 w 839061"/>
              <a:gd name="connsiteY0" fmla="*/ 146395 h 815023"/>
              <a:gd name="connsiteX1" fmla="*/ 721667 w 839061"/>
              <a:gd name="connsiteY1" fmla="*/ 44104 h 815023"/>
              <a:gd name="connsiteX2" fmla="*/ 715876 w 839061"/>
              <a:gd name="connsiteY2" fmla="*/ 815023 h 815023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70636 h 819713"/>
              <a:gd name="connsiteX1" fmla="*/ 839061 w 839061"/>
              <a:gd name="connsiteY1" fmla="*/ 804162 h 819713"/>
              <a:gd name="connsiteX2" fmla="*/ 207428 w 839061"/>
              <a:gd name="connsiteY2" fmla="*/ 70636 h 819713"/>
              <a:gd name="connsiteX0" fmla="*/ 0 w 839061"/>
              <a:gd name="connsiteY0" fmla="*/ 161942 h 819713"/>
              <a:gd name="connsiteX1" fmla="*/ 721667 w 839061"/>
              <a:gd name="connsiteY1" fmla="*/ 59651 h 819713"/>
              <a:gd name="connsiteX2" fmla="*/ 736364 w 839061"/>
              <a:gd name="connsiteY2" fmla="*/ 819713 h 819713"/>
              <a:gd name="connsiteX0" fmla="*/ 200174 w 831807"/>
              <a:gd name="connsiteY0" fmla="*/ 69597 h 818674"/>
              <a:gd name="connsiteX1" fmla="*/ 831807 w 831807"/>
              <a:gd name="connsiteY1" fmla="*/ 803123 h 818674"/>
              <a:gd name="connsiteX2" fmla="*/ 200174 w 831807"/>
              <a:gd name="connsiteY2" fmla="*/ 69597 h 818674"/>
              <a:gd name="connsiteX0" fmla="*/ 0 w 831807"/>
              <a:gd name="connsiteY0" fmla="*/ 166129 h 818674"/>
              <a:gd name="connsiteX1" fmla="*/ 714413 w 831807"/>
              <a:gd name="connsiteY1" fmla="*/ 58612 h 818674"/>
              <a:gd name="connsiteX2" fmla="*/ 729110 w 831807"/>
              <a:gd name="connsiteY2" fmla="*/ 818674 h 818674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1807" h="808088" stroke="0" extrusionOk="0">
                <a:moveTo>
                  <a:pt x="200174" y="74562"/>
                </a:moveTo>
                <a:lnTo>
                  <a:pt x="831807" y="808088"/>
                </a:lnTo>
                <a:lnTo>
                  <a:pt x="200174" y="74562"/>
                </a:lnTo>
                <a:close/>
              </a:path>
              <a:path w="831807" h="808088" fill="none">
                <a:moveTo>
                  <a:pt x="0" y="171094"/>
                </a:moveTo>
                <a:cubicBezTo>
                  <a:pt x="255138" y="58707"/>
                  <a:pt x="565990" y="-85038"/>
                  <a:pt x="714413" y="63577"/>
                </a:cubicBezTo>
                <a:cubicBezTo>
                  <a:pt x="874179" y="242038"/>
                  <a:pt x="643252" y="689921"/>
                  <a:pt x="679600" y="770446"/>
                </a:cubicBezTo>
              </a:path>
            </a:pathLst>
          </a:cu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15584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2985253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2s, 3p, 4d, 5f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29368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Radial Probability Distribution 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C419A0-39E4-4703-8809-EBB0AADF39FB}"/>
              </a:ext>
            </a:extLst>
          </p:cNvPr>
          <p:cNvGrpSpPr/>
          <p:nvPr/>
        </p:nvGrpSpPr>
        <p:grpSpPr>
          <a:xfrm>
            <a:off x="4524213" y="1317816"/>
            <a:ext cx="2456458" cy="1599808"/>
            <a:chOff x="4858742" y="1416876"/>
            <a:chExt cx="2456458" cy="15998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083266-253A-4B17-BAF7-AF8F4113B9C3}"/>
                </a:ext>
              </a:extLst>
            </p:cNvPr>
            <p:cNvSpPr txBox="1"/>
            <p:nvPr/>
          </p:nvSpPr>
          <p:spPr>
            <a:xfrm>
              <a:off x="5988051" y="2770463"/>
              <a:ext cx="37434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(r)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60EDC5-669B-4189-8E14-3E8E69A88CB9}"/>
                </a:ext>
              </a:extLst>
            </p:cNvPr>
            <p:cNvSpPr txBox="1"/>
            <p:nvPr/>
          </p:nvSpPr>
          <p:spPr>
            <a:xfrm>
              <a:off x="4858742" y="2027539"/>
              <a:ext cx="419401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189"/>
              <a:r>
                <a:rPr lang="en-GB" sz="1600" dirty="0">
                  <a:solidFill>
                    <a:srgbClr val="FFFF00"/>
                  </a:solidFill>
                  <a:latin typeface="Calibri" panose="020F0502020204030204"/>
                  <a:ea typeface="Verdana" panose="020B0604030504040204" pitchFamily="34" charset="0"/>
                </a:rPr>
                <a:t>P(r)</a:t>
              </a:r>
              <a:endParaRPr lang="en-US" sz="1600" dirty="0">
                <a:solidFill>
                  <a:srgbClr val="FFFF00"/>
                </a:solidFill>
                <a:latin typeface="Calibri" panose="020F0502020204030204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4A5600-0E55-455E-B3F6-9ECDACF57FD1}"/>
                </a:ext>
              </a:extLst>
            </p:cNvPr>
            <p:cNvCxnSpPr>
              <a:cxnSpLocks/>
            </p:cNvCxnSpPr>
            <p:nvPr/>
          </p:nvCxnSpPr>
          <p:spPr>
            <a:xfrm>
              <a:off x="6260560" y="214268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1E7968D-A9DB-4222-BAE5-1E969B5EF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9972" y="1750263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6CEE4F-C657-492D-9507-28E241078F3D}"/>
                </a:ext>
              </a:extLst>
            </p:cNvPr>
            <p:cNvCxnSpPr>
              <a:cxnSpLocks/>
            </p:cNvCxnSpPr>
            <p:nvPr/>
          </p:nvCxnSpPr>
          <p:spPr>
            <a:xfrm>
              <a:off x="5291646" y="2745453"/>
              <a:ext cx="2023554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94A44B-D4AB-458E-8E80-F6FA7F23F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1639" y="1416876"/>
              <a:ext cx="0" cy="133366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E74AFB4-ACB7-4102-BF79-4436830C044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509838" y="2791938"/>
              <a:ext cx="0" cy="243264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Arc 92">
            <a:extLst>
              <a:ext uri="{FF2B5EF4-FFF2-40B4-BE49-F238E27FC236}">
                <a16:creationId xmlns:a16="http://schemas.microsoft.com/office/drawing/2014/main" id="{1450F4C2-CAB3-49CB-93B5-D86B0ECBA78E}"/>
              </a:ext>
            </a:extLst>
          </p:cNvPr>
          <p:cNvSpPr/>
          <p:nvPr/>
        </p:nvSpPr>
        <p:spPr>
          <a:xfrm rot="18744345">
            <a:off x="5242433" y="1844730"/>
            <a:ext cx="1387939" cy="1401030"/>
          </a:xfrm>
          <a:custGeom>
            <a:avLst/>
            <a:gdLst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3" fmla="*/ 660486 w 1320972"/>
              <a:gd name="connsiteY3" fmla="*/ 567596 h 1135192"/>
              <a:gd name="connsiteX4" fmla="*/ 660486 w 1320972"/>
              <a:gd name="connsiteY4" fmla="*/ 0 h 1135192"/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53990"/>
              <a:gd name="connsiteY0" fmla="*/ 0 h 733526"/>
              <a:gd name="connsiteX1" fmla="*/ 631633 w 653990"/>
              <a:gd name="connsiteY1" fmla="*/ 733526 h 733526"/>
              <a:gd name="connsiteX2" fmla="*/ 0 w 653990"/>
              <a:gd name="connsiteY2" fmla="*/ 0 h 733526"/>
              <a:gd name="connsiteX0" fmla="*/ 0 w 653990"/>
              <a:gd name="connsiteY0" fmla="*/ 0 h 733526"/>
              <a:gd name="connsiteX1" fmla="*/ 451362 w 653990"/>
              <a:gd name="connsiteY1" fmla="*/ 181598 h 733526"/>
              <a:gd name="connsiteX2" fmla="*/ 631633 w 653990"/>
              <a:gd name="connsiteY2" fmla="*/ 733526 h 733526"/>
              <a:gd name="connsiteX0" fmla="*/ 18423 w 672413"/>
              <a:gd name="connsiteY0" fmla="*/ 6893 h 740419"/>
              <a:gd name="connsiteX1" fmla="*/ 650056 w 672413"/>
              <a:gd name="connsiteY1" fmla="*/ 740419 h 740419"/>
              <a:gd name="connsiteX2" fmla="*/ 18423 w 672413"/>
              <a:gd name="connsiteY2" fmla="*/ 6893 h 740419"/>
              <a:gd name="connsiteX0" fmla="*/ 0 w 672413"/>
              <a:gd name="connsiteY0" fmla="*/ 0 h 740419"/>
              <a:gd name="connsiteX1" fmla="*/ 469785 w 672413"/>
              <a:gd name="connsiteY1" fmla="*/ 188491 h 740419"/>
              <a:gd name="connsiteX2" fmla="*/ 650056 w 672413"/>
              <a:gd name="connsiteY2" fmla="*/ 740419 h 740419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6595"/>
              <a:gd name="connsiteY0" fmla="*/ 0 h 735249"/>
              <a:gd name="connsiteX1" fmla="*/ 648381 w 676595"/>
              <a:gd name="connsiteY1" fmla="*/ 733526 h 735249"/>
              <a:gd name="connsiteX2" fmla="*/ 16748 w 676595"/>
              <a:gd name="connsiteY2" fmla="*/ 0 h 735249"/>
              <a:gd name="connsiteX0" fmla="*/ 0 w 676595"/>
              <a:gd name="connsiteY0" fmla="*/ 1723 h 735249"/>
              <a:gd name="connsiteX1" fmla="*/ 468110 w 676595"/>
              <a:gd name="connsiteY1" fmla="*/ 181598 h 735249"/>
              <a:gd name="connsiteX2" fmla="*/ 655080 w 676595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468110 w 745134"/>
              <a:gd name="connsiteY1" fmla="*/ 181598 h 733526"/>
              <a:gd name="connsiteX2" fmla="*/ 745134 w 745134"/>
              <a:gd name="connsiteY2" fmla="*/ 700415 h 733526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641766 w 745134"/>
              <a:gd name="connsiteY1" fmla="*/ 114883 h 733526"/>
              <a:gd name="connsiteX2" fmla="*/ 745134 w 745134"/>
              <a:gd name="connsiteY2" fmla="*/ 700415 h 733526"/>
              <a:gd name="connsiteX0" fmla="*/ 16748 w 745134"/>
              <a:gd name="connsiteY0" fmla="*/ 7111 h 740637"/>
              <a:gd name="connsiteX1" fmla="*/ 648381 w 745134"/>
              <a:gd name="connsiteY1" fmla="*/ 740637 h 740637"/>
              <a:gd name="connsiteX2" fmla="*/ 16748 w 745134"/>
              <a:gd name="connsiteY2" fmla="*/ 7111 h 740637"/>
              <a:gd name="connsiteX0" fmla="*/ 0 w 745134"/>
              <a:gd name="connsiteY0" fmla="*/ 8834 h 740637"/>
              <a:gd name="connsiteX1" fmla="*/ 641766 w 745134"/>
              <a:gd name="connsiteY1" fmla="*/ 121994 h 740637"/>
              <a:gd name="connsiteX2" fmla="*/ 745134 w 745134"/>
              <a:gd name="connsiteY2" fmla="*/ 707526 h 740637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86277 w 914663"/>
              <a:gd name="connsiteY0" fmla="*/ 0 h 733526"/>
              <a:gd name="connsiteX1" fmla="*/ 817910 w 914663"/>
              <a:gd name="connsiteY1" fmla="*/ 733526 h 733526"/>
              <a:gd name="connsiteX2" fmla="*/ 186277 w 914663"/>
              <a:gd name="connsiteY2" fmla="*/ 0 h 733526"/>
              <a:gd name="connsiteX0" fmla="*/ 0 w 914663"/>
              <a:gd name="connsiteY0" fmla="*/ 66097 h 733526"/>
              <a:gd name="connsiteX1" fmla="*/ 811295 w 914663"/>
              <a:gd name="connsiteY1" fmla="*/ 114883 h 733526"/>
              <a:gd name="connsiteX2" fmla="*/ 914663 w 914663"/>
              <a:gd name="connsiteY2" fmla="*/ 700415 h 733526"/>
              <a:gd name="connsiteX0" fmla="*/ 207428 w 935814"/>
              <a:gd name="connsiteY0" fmla="*/ 0 h 733526"/>
              <a:gd name="connsiteX1" fmla="*/ 839061 w 935814"/>
              <a:gd name="connsiteY1" fmla="*/ 733526 h 733526"/>
              <a:gd name="connsiteX2" fmla="*/ 207428 w 935814"/>
              <a:gd name="connsiteY2" fmla="*/ 0 h 733526"/>
              <a:gd name="connsiteX0" fmla="*/ 0 w 935814"/>
              <a:gd name="connsiteY0" fmla="*/ 91306 h 733526"/>
              <a:gd name="connsiteX1" fmla="*/ 832446 w 935814"/>
              <a:gd name="connsiteY1" fmla="*/ 114883 h 733526"/>
              <a:gd name="connsiteX2" fmla="*/ 935814 w 935814"/>
              <a:gd name="connsiteY2" fmla="*/ 700415 h 733526"/>
              <a:gd name="connsiteX0" fmla="*/ 207428 w 873750"/>
              <a:gd name="connsiteY0" fmla="*/ 0 h 774882"/>
              <a:gd name="connsiteX1" fmla="*/ 839061 w 873750"/>
              <a:gd name="connsiteY1" fmla="*/ 733526 h 774882"/>
              <a:gd name="connsiteX2" fmla="*/ 207428 w 873750"/>
              <a:gd name="connsiteY2" fmla="*/ 0 h 774882"/>
              <a:gd name="connsiteX0" fmla="*/ 0 w 873750"/>
              <a:gd name="connsiteY0" fmla="*/ 91306 h 774882"/>
              <a:gd name="connsiteX1" fmla="*/ 832446 w 873750"/>
              <a:gd name="connsiteY1" fmla="*/ 114883 h 774882"/>
              <a:gd name="connsiteX2" fmla="*/ 699196 w 873750"/>
              <a:gd name="connsiteY2" fmla="*/ 774882 h 774882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31272 h 806154"/>
              <a:gd name="connsiteX1" fmla="*/ 839061 w 839061"/>
              <a:gd name="connsiteY1" fmla="*/ 764798 h 806154"/>
              <a:gd name="connsiteX2" fmla="*/ 207428 w 839061"/>
              <a:gd name="connsiteY2" fmla="*/ 31272 h 806154"/>
              <a:gd name="connsiteX0" fmla="*/ 0 w 839061"/>
              <a:gd name="connsiteY0" fmla="*/ 122578 h 806154"/>
              <a:gd name="connsiteX1" fmla="*/ 747057 w 839061"/>
              <a:gd name="connsiteY1" fmla="*/ 47565 h 806154"/>
              <a:gd name="connsiteX2" fmla="*/ 699196 w 839061"/>
              <a:gd name="connsiteY2" fmla="*/ 806154 h 806154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15023"/>
              <a:gd name="connsiteX1" fmla="*/ 839061 w 839061"/>
              <a:gd name="connsiteY1" fmla="*/ 788615 h 815023"/>
              <a:gd name="connsiteX2" fmla="*/ 207428 w 839061"/>
              <a:gd name="connsiteY2" fmla="*/ 55089 h 815023"/>
              <a:gd name="connsiteX0" fmla="*/ 0 w 839061"/>
              <a:gd name="connsiteY0" fmla="*/ 146395 h 815023"/>
              <a:gd name="connsiteX1" fmla="*/ 721667 w 839061"/>
              <a:gd name="connsiteY1" fmla="*/ 44104 h 815023"/>
              <a:gd name="connsiteX2" fmla="*/ 715876 w 839061"/>
              <a:gd name="connsiteY2" fmla="*/ 815023 h 815023"/>
              <a:gd name="connsiteX0" fmla="*/ 207428 w 839061"/>
              <a:gd name="connsiteY0" fmla="*/ 55089 h 815023"/>
              <a:gd name="connsiteX1" fmla="*/ 839061 w 839061"/>
              <a:gd name="connsiteY1" fmla="*/ 788615 h 815023"/>
              <a:gd name="connsiteX2" fmla="*/ 207428 w 839061"/>
              <a:gd name="connsiteY2" fmla="*/ 55089 h 815023"/>
              <a:gd name="connsiteX0" fmla="*/ 0 w 839061"/>
              <a:gd name="connsiteY0" fmla="*/ 146395 h 815023"/>
              <a:gd name="connsiteX1" fmla="*/ 721667 w 839061"/>
              <a:gd name="connsiteY1" fmla="*/ 44104 h 815023"/>
              <a:gd name="connsiteX2" fmla="*/ 715876 w 839061"/>
              <a:gd name="connsiteY2" fmla="*/ 815023 h 815023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70636 h 819713"/>
              <a:gd name="connsiteX1" fmla="*/ 839061 w 839061"/>
              <a:gd name="connsiteY1" fmla="*/ 804162 h 819713"/>
              <a:gd name="connsiteX2" fmla="*/ 207428 w 839061"/>
              <a:gd name="connsiteY2" fmla="*/ 70636 h 819713"/>
              <a:gd name="connsiteX0" fmla="*/ 0 w 839061"/>
              <a:gd name="connsiteY0" fmla="*/ 161942 h 819713"/>
              <a:gd name="connsiteX1" fmla="*/ 721667 w 839061"/>
              <a:gd name="connsiteY1" fmla="*/ 59651 h 819713"/>
              <a:gd name="connsiteX2" fmla="*/ 736364 w 839061"/>
              <a:gd name="connsiteY2" fmla="*/ 819713 h 819713"/>
              <a:gd name="connsiteX0" fmla="*/ 200174 w 831807"/>
              <a:gd name="connsiteY0" fmla="*/ 69597 h 818674"/>
              <a:gd name="connsiteX1" fmla="*/ 831807 w 831807"/>
              <a:gd name="connsiteY1" fmla="*/ 803123 h 818674"/>
              <a:gd name="connsiteX2" fmla="*/ 200174 w 831807"/>
              <a:gd name="connsiteY2" fmla="*/ 69597 h 818674"/>
              <a:gd name="connsiteX0" fmla="*/ 0 w 831807"/>
              <a:gd name="connsiteY0" fmla="*/ 166129 h 818674"/>
              <a:gd name="connsiteX1" fmla="*/ 714413 w 831807"/>
              <a:gd name="connsiteY1" fmla="*/ 58612 h 818674"/>
              <a:gd name="connsiteX2" fmla="*/ 729110 w 831807"/>
              <a:gd name="connsiteY2" fmla="*/ 818674 h 818674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  <a:gd name="connsiteX0" fmla="*/ 200174 w 966238"/>
              <a:gd name="connsiteY0" fmla="*/ 74562 h 1150561"/>
              <a:gd name="connsiteX1" fmla="*/ 831807 w 966238"/>
              <a:gd name="connsiteY1" fmla="*/ 808088 h 1150561"/>
              <a:gd name="connsiteX2" fmla="*/ 200174 w 966238"/>
              <a:gd name="connsiteY2" fmla="*/ 74562 h 1150561"/>
              <a:gd name="connsiteX0" fmla="*/ 0 w 966238"/>
              <a:gd name="connsiteY0" fmla="*/ 171094 h 1150561"/>
              <a:gd name="connsiteX1" fmla="*/ 714413 w 966238"/>
              <a:gd name="connsiteY1" fmla="*/ 63577 h 1150561"/>
              <a:gd name="connsiteX2" fmla="*/ 966238 w 966238"/>
              <a:gd name="connsiteY2" fmla="*/ 1150561 h 1150561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937346 w 1007768"/>
              <a:gd name="connsiteY1" fmla="*/ 228534 h 1075999"/>
              <a:gd name="connsiteX2" fmla="*/ 966238 w 1007768"/>
              <a:gd name="connsiteY2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545348 w 1007768"/>
              <a:gd name="connsiteY1" fmla="*/ 88004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345313 w 1007768"/>
              <a:gd name="connsiteY1" fmla="*/ 366119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345313 w 1007768"/>
              <a:gd name="connsiteY1" fmla="*/ 366119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345313 w 1007768"/>
              <a:gd name="connsiteY1" fmla="*/ 366119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345313 w 1007768"/>
              <a:gd name="connsiteY1" fmla="*/ 366119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276753 w 1007768"/>
              <a:gd name="connsiteY1" fmla="*/ 390038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24203 w 1007768"/>
              <a:gd name="connsiteY0" fmla="*/ 0 h 1055320"/>
              <a:gd name="connsiteX1" fmla="*/ 831807 w 1007768"/>
              <a:gd name="connsiteY1" fmla="*/ 712847 h 1055320"/>
              <a:gd name="connsiteX2" fmla="*/ 224203 w 1007768"/>
              <a:gd name="connsiteY2" fmla="*/ 0 h 1055320"/>
              <a:gd name="connsiteX0" fmla="*/ 0 w 1007768"/>
              <a:gd name="connsiteY0" fmla="*/ 75853 h 1055320"/>
              <a:gd name="connsiteX1" fmla="*/ 276753 w 1007768"/>
              <a:gd name="connsiteY1" fmla="*/ 369359 h 1055320"/>
              <a:gd name="connsiteX2" fmla="*/ 937346 w 1007768"/>
              <a:gd name="connsiteY2" fmla="*/ 207855 h 1055320"/>
              <a:gd name="connsiteX3" fmla="*/ 966238 w 1007768"/>
              <a:gd name="connsiteY3" fmla="*/ 1055320 h 1055320"/>
              <a:gd name="connsiteX0" fmla="*/ 700030 w 1007768"/>
              <a:gd name="connsiteY0" fmla="*/ 467572 h 1006526"/>
              <a:gd name="connsiteX1" fmla="*/ 831807 w 1007768"/>
              <a:gd name="connsiteY1" fmla="*/ 664053 h 1006526"/>
              <a:gd name="connsiteX2" fmla="*/ 700030 w 1007768"/>
              <a:gd name="connsiteY2" fmla="*/ 467572 h 1006526"/>
              <a:gd name="connsiteX0" fmla="*/ 0 w 1007768"/>
              <a:gd name="connsiteY0" fmla="*/ 27059 h 1006526"/>
              <a:gd name="connsiteX1" fmla="*/ 276753 w 1007768"/>
              <a:gd name="connsiteY1" fmla="*/ 320565 h 1006526"/>
              <a:gd name="connsiteX2" fmla="*/ 937346 w 1007768"/>
              <a:gd name="connsiteY2" fmla="*/ 159061 h 1006526"/>
              <a:gd name="connsiteX3" fmla="*/ 966238 w 1007768"/>
              <a:gd name="connsiteY3" fmla="*/ 1006526 h 1006526"/>
              <a:gd name="connsiteX0" fmla="*/ 700030 w 1007768"/>
              <a:gd name="connsiteY0" fmla="*/ 458887 h 997841"/>
              <a:gd name="connsiteX1" fmla="*/ 831807 w 1007768"/>
              <a:gd name="connsiteY1" fmla="*/ 655368 h 997841"/>
              <a:gd name="connsiteX2" fmla="*/ 700030 w 1007768"/>
              <a:gd name="connsiteY2" fmla="*/ 458887 h 997841"/>
              <a:gd name="connsiteX0" fmla="*/ 0 w 1007768"/>
              <a:gd name="connsiteY0" fmla="*/ 18374 h 997841"/>
              <a:gd name="connsiteX1" fmla="*/ 276753 w 1007768"/>
              <a:gd name="connsiteY1" fmla="*/ 311880 h 997841"/>
              <a:gd name="connsiteX2" fmla="*/ 937346 w 1007768"/>
              <a:gd name="connsiteY2" fmla="*/ 150376 h 997841"/>
              <a:gd name="connsiteX3" fmla="*/ 966238 w 1007768"/>
              <a:gd name="connsiteY3" fmla="*/ 997841 h 997841"/>
              <a:gd name="connsiteX0" fmla="*/ 700030 w 1007768"/>
              <a:gd name="connsiteY0" fmla="*/ 472460 h 1011414"/>
              <a:gd name="connsiteX1" fmla="*/ 831807 w 1007768"/>
              <a:gd name="connsiteY1" fmla="*/ 668941 h 1011414"/>
              <a:gd name="connsiteX2" fmla="*/ 700030 w 1007768"/>
              <a:gd name="connsiteY2" fmla="*/ 472460 h 1011414"/>
              <a:gd name="connsiteX0" fmla="*/ 0 w 1007768"/>
              <a:gd name="connsiteY0" fmla="*/ 31947 h 1011414"/>
              <a:gd name="connsiteX1" fmla="*/ 276753 w 1007768"/>
              <a:gd name="connsiteY1" fmla="*/ 325453 h 1011414"/>
              <a:gd name="connsiteX2" fmla="*/ 937346 w 1007768"/>
              <a:gd name="connsiteY2" fmla="*/ 163949 h 1011414"/>
              <a:gd name="connsiteX3" fmla="*/ 966238 w 1007768"/>
              <a:gd name="connsiteY3" fmla="*/ 1011414 h 1011414"/>
              <a:gd name="connsiteX0" fmla="*/ 683941 w 991679"/>
              <a:gd name="connsiteY0" fmla="*/ 490277 h 1029231"/>
              <a:gd name="connsiteX1" fmla="*/ 815718 w 991679"/>
              <a:gd name="connsiteY1" fmla="*/ 686758 h 1029231"/>
              <a:gd name="connsiteX2" fmla="*/ 683941 w 991679"/>
              <a:gd name="connsiteY2" fmla="*/ 490277 h 1029231"/>
              <a:gd name="connsiteX0" fmla="*/ 0 w 991679"/>
              <a:gd name="connsiteY0" fmla="*/ 25964 h 1029231"/>
              <a:gd name="connsiteX1" fmla="*/ 260664 w 991679"/>
              <a:gd name="connsiteY1" fmla="*/ 343270 h 1029231"/>
              <a:gd name="connsiteX2" fmla="*/ 921257 w 991679"/>
              <a:gd name="connsiteY2" fmla="*/ 181766 h 1029231"/>
              <a:gd name="connsiteX3" fmla="*/ 950149 w 991679"/>
              <a:gd name="connsiteY3" fmla="*/ 1029231 h 1029231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0664 w 991679"/>
              <a:gd name="connsiteY2" fmla="*/ 332913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0664 w 991679"/>
              <a:gd name="connsiteY2" fmla="*/ 332913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5425 w 991679"/>
              <a:gd name="connsiteY2" fmla="*/ 338029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5425 w 991679"/>
              <a:gd name="connsiteY2" fmla="*/ 338029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5425 w 991679"/>
              <a:gd name="connsiteY2" fmla="*/ 338029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1001200"/>
              <a:gd name="connsiteY0" fmla="*/ 479920 h 1018874"/>
              <a:gd name="connsiteX1" fmla="*/ 815718 w 1001200"/>
              <a:gd name="connsiteY1" fmla="*/ 676401 h 1018874"/>
              <a:gd name="connsiteX2" fmla="*/ 683941 w 1001200"/>
              <a:gd name="connsiteY2" fmla="*/ 479920 h 1018874"/>
              <a:gd name="connsiteX0" fmla="*/ 0 w 1001200"/>
              <a:gd name="connsiteY0" fmla="*/ 15607 h 1018874"/>
              <a:gd name="connsiteX1" fmla="*/ 228094 w 1001200"/>
              <a:gd name="connsiteY1" fmla="*/ 26101 h 1018874"/>
              <a:gd name="connsiteX2" fmla="*/ 241622 w 1001200"/>
              <a:gd name="connsiteY2" fmla="*/ 312455 h 1018874"/>
              <a:gd name="connsiteX3" fmla="*/ 933958 w 1001200"/>
              <a:gd name="connsiteY3" fmla="*/ 221005 h 1018874"/>
              <a:gd name="connsiteX4" fmla="*/ 950149 w 1001200"/>
              <a:gd name="connsiteY4" fmla="*/ 1018874 h 1018874"/>
              <a:gd name="connsiteX0" fmla="*/ 683941 w 1039288"/>
              <a:gd name="connsiteY0" fmla="*/ 479920 h 1018874"/>
              <a:gd name="connsiteX1" fmla="*/ 815718 w 1039288"/>
              <a:gd name="connsiteY1" fmla="*/ 676401 h 1018874"/>
              <a:gd name="connsiteX2" fmla="*/ 683941 w 1039288"/>
              <a:gd name="connsiteY2" fmla="*/ 479920 h 1018874"/>
              <a:gd name="connsiteX0" fmla="*/ 0 w 1039288"/>
              <a:gd name="connsiteY0" fmla="*/ 15607 h 1018874"/>
              <a:gd name="connsiteX1" fmla="*/ 228094 w 1039288"/>
              <a:gd name="connsiteY1" fmla="*/ 26101 h 1018874"/>
              <a:gd name="connsiteX2" fmla="*/ 241622 w 1039288"/>
              <a:gd name="connsiteY2" fmla="*/ 312455 h 1018874"/>
              <a:gd name="connsiteX3" fmla="*/ 981789 w 1039288"/>
              <a:gd name="connsiteY3" fmla="*/ 267259 h 1018874"/>
              <a:gd name="connsiteX4" fmla="*/ 950149 w 1039288"/>
              <a:gd name="connsiteY4" fmla="*/ 1018874 h 1018874"/>
              <a:gd name="connsiteX0" fmla="*/ 683941 w 1039288"/>
              <a:gd name="connsiteY0" fmla="*/ 479920 h 1018874"/>
              <a:gd name="connsiteX1" fmla="*/ 815718 w 1039288"/>
              <a:gd name="connsiteY1" fmla="*/ 676401 h 1018874"/>
              <a:gd name="connsiteX2" fmla="*/ 683941 w 1039288"/>
              <a:gd name="connsiteY2" fmla="*/ 479920 h 1018874"/>
              <a:gd name="connsiteX0" fmla="*/ 0 w 1039288"/>
              <a:gd name="connsiteY0" fmla="*/ 15607 h 1018874"/>
              <a:gd name="connsiteX1" fmla="*/ 228094 w 1039288"/>
              <a:gd name="connsiteY1" fmla="*/ 26101 h 1018874"/>
              <a:gd name="connsiteX2" fmla="*/ 241622 w 1039288"/>
              <a:gd name="connsiteY2" fmla="*/ 312455 h 1018874"/>
              <a:gd name="connsiteX3" fmla="*/ 981789 w 1039288"/>
              <a:gd name="connsiteY3" fmla="*/ 267259 h 1018874"/>
              <a:gd name="connsiteX4" fmla="*/ 950149 w 1039288"/>
              <a:gd name="connsiteY4" fmla="*/ 1018874 h 1018874"/>
              <a:gd name="connsiteX0" fmla="*/ 683941 w 1009942"/>
              <a:gd name="connsiteY0" fmla="*/ 479920 h 1018874"/>
              <a:gd name="connsiteX1" fmla="*/ 815718 w 1009942"/>
              <a:gd name="connsiteY1" fmla="*/ 676401 h 1018874"/>
              <a:gd name="connsiteX2" fmla="*/ 683941 w 1009942"/>
              <a:gd name="connsiteY2" fmla="*/ 479920 h 1018874"/>
              <a:gd name="connsiteX0" fmla="*/ 0 w 1009942"/>
              <a:gd name="connsiteY0" fmla="*/ 15607 h 1018874"/>
              <a:gd name="connsiteX1" fmla="*/ 228094 w 1009942"/>
              <a:gd name="connsiteY1" fmla="*/ 26101 h 1018874"/>
              <a:gd name="connsiteX2" fmla="*/ 241622 w 1009942"/>
              <a:gd name="connsiteY2" fmla="*/ 312455 h 1018874"/>
              <a:gd name="connsiteX3" fmla="*/ 945302 w 1009942"/>
              <a:gd name="connsiteY3" fmla="*/ 299959 h 1018874"/>
              <a:gd name="connsiteX4" fmla="*/ 950149 w 1009942"/>
              <a:gd name="connsiteY4" fmla="*/ 1018874 h 1018874"/>
              <a:gd name="connsiteX0" fmla="*/ 683941 w 1019910"/>
              <a:gd name="connsiteY0" fmla="*/ 479920 h 1018874"/>
              <a:gd name="connsiteX1" fmla="*/ 815718 w 1019910"/>
              <a:gd name="connsiteY1" fmla="*/ 676401 h 1018874"/>
              <a:gd name="connsiteX2" fmla="*/ 683941 w 1019910"/>
              <a:gd name="connsiteY2" fmla="*/ 479920 h 1018874"/>
              <a:gd name="connsiteX0" fmla="*/ 0 w 1019910"/>
              <a:gd name="connsiteY0" fmla="*/ 15607 h 1018874"/>
              <a:gd name="connsiteX1" fmla="*/ 228094 w 1019910"/>
              <a:gd name="connsiteY1" fmla="*/ 26101 h 1018874"/>
              <a:gd name="connsiteX2" fmla="*/ 241622 w 1019910"/>
              <a:gd name="connsiteY2" fmla="*/ 312455 h 1018874"/>
              <a:gd name="connsiteX3" fmla="*/ 945302 w 1019910"/>
              <a:gd name="connsiteY3" fmla="*/ 299959 h 1018874"/>
              <a:gd name="connsiteX4" fmla="*/ 950149 w 1019910"/>
              <a:gd name="connsiteY4" fmla="*/ 1018874 h 1018874"/>
              <a:gd name="connsiteX0" fmla="*/ 683941 w 1031115"/>
              <a:gd name="connsiteY0" fmla="*/ 479920 h 1018874"/>
              <a:gd name="connsiteX1" fmla="*/ 815718 w 1031115"/>
              <a:gd name="connsiteY1" fmla="*/ 676401 h 1018874"/>
              <a:gd name="connsiteX2" fmla="*/ 683941 w 1031115"/>
              <a:gd name="connsiteY2" fmla="*/ 479920 h 1018874"/>
              <a:gd name="connsiteX0" fmla="*/ 0 w 1031115"/>
              <a:gd name="connsiteY0" fmla="*/ 15607 h 1018874"/>
              <a:gd name="connsiteX1" fmla="*/ 228094 w 1031115"/>
              <a:gd name="connsiteY1" fmla="*/ 26101 h 1018874"/>
              <a:gd name="connsiteX2" fmla="*/ 241622 w 1031115"/>
              <a:gd name="connsiteY2" fmla="*/ 312455 h 1018874"/>
              <a:gd name="connsiteX3" fmla="*/ 959584 w 1031115"/>
              <a:gd name="connsiteY3" fmla="*/ 315304 h 1018874"/>
              <a:gd name="connsiteX4" fmla="*/ 950149 w 1031115"/>
              <a:gd name="connsiteY4" fmla="*/ 1018874 h 1018874"/>
              <a:gd name="connsiteX0" fmla="*/ 683941 w 1031115"/>
              <a:gd name="connsiteY0" fmla="*/ 479920 h 1018874"/>
              <a:gd name="connsiteX1" fmla="*/ 815718 w 1031115"/>
              <a:gd name="connsiteY1" fmla="*/ 676401 h 1018874"/>
              <a:gd name="connsiteX2" fmla="*/ 683941 w 1031115"/>
              <a:gd name="connsiteY2" fmla="*/ 479920 h 1018874"/>
              <a:gd name="connsiteX0" fmla="*/ 0 w 1031115"/>
              <a:gd name="connsiteY0" fmla="*/ 15607 h 1018874"/>
              <a:gd name="connsiteX1" fmla="*/ 228094 w 1031115"/>
              <a:gd name="connsiteY1" fmla="*/ 26101 h 1018874"/>
              <a:gd name="connsiteX2" fmla="*/ 241622 w 1031115"/>
              <a:gd name="connsiteY2" fmla="*/ 312455 h 1018874"/>
              <a:gd name="connsiteX3" fmla="*/ 959584 w 1031115"/>
              <a:gd name="connsiteY3" fmla="*/ 315304 h 1018874"/>
              <a:gd name="connsiteX4" fmla="*/ 950149 w 1031115"/>
              <a:gd name="connsiteY4" fmla="*/ 1018874 h 1018874"/>
              <a:gd name="connsiteX0" fmla="*/ 683941 w 1031115"/>
              <a:gd name="connsiteY0" fmla="*/ 479920 h 1018874"/>
              <a:gd name="connsiteX1" fmla="*/ 815718 w 1031115"/>
              <a:gd name="connsiteY1" fmla="*/ 676401 h 1018874"/>
              <a:gd name="connsiteX2" fmla="*/ 683941 w 1031115"/>
              <a:gd name="connsiteY2" fmla="*/ 479920 h 1018874"/>
              <a:gd name="connsiteX0" fmla="*/ 0 w 1031115"/>
              <a:gd name="connsiteY0" fmla="*/ 15607 h 1018874"/>
              <a:gd name="connsiteX1" fmla="*/ 228094 w 1031115"/>
              <a:gd name="connsiteY1" fmla="*/ 26101 h 1018874"/>
              <a:gd name="connsiteX2" fmla="*/ 241622 w 1031115"/>
              <a:gd name="connsiteY2" fmla="*/ 312455 h 1018874"/>
              <a:gd name="connsiteX3" fmla="*/ 959584 w 1031115"/>
              <a:gd name="connsiteY3" fmla="*/ 315304 h 1018874"/>
              <a:gd name="connsiteX4" fmla="*/ 950149 w 1031115"/>
              <a:gd name="connsiteY4" fmla="*/ 1018874 h 1018874"/>
              <a:gd name="connsiteX0" fmla="*/ 683941 w 1028628"/>
              <a:gd name="connsiteY0" fmla="*/ 479920 h 1018874"/>
              <a:gd name="connsiteX1" fmla="*/ 815718 w 1028628"/>
              <a:gd name="connsiteY1" fmla="*/ 676401 h 1018874"/>
              <a:gd name="connsiteX2" fmla="*/ 683941 w 1028628"/>
              <a:gd name="connsiteY2" fmla="*/ 479920 h 1018874"/>
              <a:gd name="connsiteX0" fmla="*/ 0 w 1028628"/>
              <a:gd name="connsiteY0" fmla="*/ 15607 h 1018874"/>
              <a:gd name="connsiteX1" fmla="*/ 228094 w 1028628"/>
              <a:gd name="connsiteY1" fmla="*/ 26101 h 1018874"/>
              <a:gd name="connsiteX2" fmla="*/ 241622 w 1028628"/>
              <a:gd name="connsiteY2" fmla="*/ 312455 h 1018874"/>
              <a:gd name="connsiteX3" fmla="*/ 959584 w 1028628"/>
              <a:gd name="connsiteY3" fmla="*/ 315304 h 1018874"/>
              <a:gd name="connsiteX4" fmla="*/ 950149 w 1028628"/>
              <a:gd name="connsiteY4" fmla="*/ 1018874 h 1018874"/>
              <a:gd name="connsiteX0" fmla="*/ 683941 w 1028628"/>
              <a:gd name="connsiteY0" fmla="*/ 479920 h 1018874"/>
              <a:gd name="connsiteX1" fmla="*/ 815718 w 1028628"/>
              <a:gd name="connsiteY1" fmla="*/ 676401 h 1018874"/>
              <a:gd name="connsiteX2" fmla="*/ 683941 w 1028628"/>
              <a:gd name="connsiteY2" fmla="*/ 479920 h 1018874"/>
              <a:gd name="connsiteX0" fmla="*/ 0 w 1028628"/>
              <a:gd name="connsiteY0" fmla="*/ 15607 h 1018874"/>
              <a:gd name="connsiteX1" fmla="*/ 228094 w 1028628"/>
              <a:gd name="connsiteY1" fmla="*/ 26101 h 1018874"/>
              <a:gd name="connsiteX2" fmla="*/ 241622 w 1028628"/>
              <a:gd name="connsiteY2" fmla="*/ 312455 h 1018874"/>
              <a:gd name="connsiteX3" fmla="*/ 959584 w 1028628"/>
              <a:gd name="connsiteY3" fmla="*/ 315304 h 1018874"/>
              <a:gd name="connsiteX4" fmla="*/ 950149 w 1028628"/>
              <a:gd name="connsiteY4" fmla="*/ 1018874 h 101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628" h="1018874" stroke="0" extrusionOk="0">
                <a:moveTo>
                  <a:pt x="683941" y="479920"/>
                </a:moveTo>
                <a:lnTo>
                  <a:pt x="815718" y="676401"/>
                </a:lnTo>
                <a:lnTo>
                  <a:pt x="683941" y="479920"/>
                </a:lnTo>
                <a:close/>
              </a:path>
              <a:path w="1028628" h="1018874" fill="none">
                <a:moveTo>
                  <a:pt x="0" y="15607"/>
                </a:moveTo>
                <a:cubicBezTo>
                  <a:pt x="38016" y="17356"/>
                  <a:pt x="184650" y="-26783"/>
                  <a:pt x="228094" y="26101"/>
                </a:cubicBezTo>
                <a:cubicBezTo>
                  <a:pt x="310752" y="95437"/>
                  <a:pt x="169326" y="244805"/>
                  <a:pt x="241622" y="312455"/>
                </a:cubicBezTo>
                <a:cubicBezTo>
                  <a:pt x="344140" y="415420"/>
                  <a:pt x="795148" y="136640"/>
                  <a:pt x="959584" y="315304"/>
                </a:cubicBezTo>
                <a:cubicBezTo>
                  <a:pt x="1136238" y="506774"/>
                  <a:pt x="913801" y="938349"/>
                  <a:pt x="950149" y="1018874"/>
                </a:cubicBezTo>
              </a:path>
            </a:pathLst>
          </a:cu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85426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2947153"/>
            <a:ext cx="518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3s, 4p, 5d, 6f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2936875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Radial Probability Distribution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83266-253A-4B17-BAF7-AF8F4113B9C3}"/>
              </a:ext>
            </a:extLst>
          </p:cNvPr>
          <p:cNvSpPr txBox="1"/>
          <p:nvPr/>
        </p:nvSpPr>
        <p:spPr>
          <a:xfrm>
            <a:off x="5653522" y="2633304"/>
            <a:ext cx="37434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GB" sz="1600" dirty="0">
                <a:solidFill>
                  <a:srgbClr val="FFFF00"/>
                </a:solidFill>
                <a:latin typeface="Calibri" panose="020F0502020204030204"/>
                <a:ea typeface="Verdana" panose="020B0604030504040204" pitchFamily="34" charset="0"/>
              </a:rPr>
              <a:t>(r)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60EDC5-669B-4189-8E14-3E8E69A88CB9}"/>
              </a:ext>
            </a:extLst>
          </p:cNvPr>
          <p:cNvSpPr txBox="1"/>
          <p:nvPr/>
        </p:nvSpPr>
        <p:spPr>
          <a:xfrm>
            <a:off x="4524213" y="1890380"/>
            <a:ext cx="4194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189"/>
            <a:r>
              <a:rPr lang="en-GB" sz="1600" dirty="0">
                <a:solidFill>
                  <a:srgbClr val="FFFF00"/>
                </a:solidFill>
                <a:latin typeface="Calibri" panose="020F0502020204030204"/>
                <a:ea typeface="Verdana" panose="020B0604030504040204" pitchFamily="34" charset="0"/>
              </a:rPr>
              <a:t>P(r)</a:t>
            </a:r>
            <a:endParaRPr lang="en-US" sz="1600" dirty="0">
              <a:solidFill>
                <a:srgbClr val="FFFF00"/>
              </a:solidFill>
              <a:latin typeface="Calibri" panose="020F050202020403020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4A5600-0E55-455E-B3F6-9ECDACF57FD1}"/>
              </a:ext>
            </a:extLst>
          </p:cNvPr>
          <p:cNvCxnSpPr>
            <a:cxnSpLocks/>
          </p:cNvCxnSpPr>
          <p:nvPr/>
        </p:nvCxnSpPr>
        <p:spPr>
          <a:xfrm>
            <a:off x="5926030" y="200552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E7968D-A9DB-4222-BAE5-1E969B5EFCB2}"/>
              </a:ext>
            </a:extLst>
          </p:cNvPr>
          <p:cNvCxnSpPr>
            <a:cxnSpLocks/>
          </p:cNvCxnSpPr>
          <p:nvPr/>
        </p:nvCxnSpPr>
        <p:spPr>
          <a:xfrm flipV="1">
            <a:off x="4765442" y="1613103"/>
            <a:ext cx="0" cy="2432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94A44B-D4AB-458E-8E80-F6FA7F23F0EC}"/>
              </a:ext>
            </a:extLst>
          </p:cNvPr>
          <p:cNvCxnSpPr>
            <a:cxnSpLocks/>
          </p:cNvCxnSpPr>
          <p:nvPr/>
        </p:nvCxnSpPr>
        <p:spPr>
          <a:xfrm flipV="1">
            <a:off x="4967109" y="1279717"/>
            <a:ext cx="0" cy="133366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74AFB4-ACB7-4102-BF79-4436830C0447}"/>
              </a:ext>
            </a:extLst>
          </p:cNvPr>
          <p:cNvCxnSpPr>
            <a:cxnSpLocks/>
          </p:cNvCxnSpPr>
          <p:nvPr/>
        </p:nvCxnSpPr>
        <p:spPr>
          <a:xfrm rot="5400000" flipV="1">
            <a:off x="6175308" y="2654778"/>
            <a:ext cx="0" cy="2432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92">
            <a:extLst>
              <a:ext uri="{FF2B5EF4-FFF2-40B4-BE49-F238E27FC236}">
                <a16:creationId xmlns:a16="http://schemas.microsoft.com/office/drawing/2014/main" id="{1450F4C2-CAB3-49CB-93B5-D86B0ECBA78E}"/>
              </a:ext>
            </a:extLst>
          </p:cNvPr>
          <p:cNvSpPr/>
          <p:nvPr/>
        </p:nvSpPr>
        <p:spPr>
          <a:xfrm rot="18744345">
            <a:off x="5319323" y="1704401"/>
            <a:ext cx="1575840" cy="1703652"/>
          </a:xfrm>
          <a:custGeom>
            <a:avLst/>
            <a:gdLst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3" fmla="*/ 660486 w 1320972"/>
              <a:gd name="connsiteY3" fmla="*/ 567596 h 1135192"/>
              <a:gd name="connsiteX4" fmla="*/ 660486 w 1320972"/>
              <a:gd name="connsiteY4" fmla="*/ 0 h 1135192"/>
              <a:gd name="connsiteX0" fmla="*/ 660486 w 1320972"/>
              <a:gd name="connsiteY0" fmla="*/ 0 h 1135192"/>
              <a:gd name="connsiteX1" fmla="*/ 1152045 w 1320972"/>
              <a:gd name="connsiteY1" fmla="*/ 188491 h 1135192"/>
              <a:gd name="connsiteX2" fmla="*/ 1292119 w 1320972"/>
              <a:gd name="connsiteY2" fmla="*/ 733526 h 1135192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60497"/>
              <a:gd name="connsiteY0" fmla="*/ 0 h 733526"/>
              <a:gd name="connsiteX1" fmla="*/ 491559 w 660497"/>
              <a:gd name="connsiteY1" fmla="*/ 188491 h 733526"/>
              <a:gd name="connsiteX2" fmla="*/ 631633 w 660497"/>
              <a:gd name="connsiteY2" fmla="*/ 733526 h 733526"/>
              <a:gd name="connsiteX3" fmla="*/ 0 w 660497"/>
              <a:gd name="connsiteY3" fmla="*/ 0 h 733526"/>
              <a:gd name="connsiteX0" fmla="*/ 0 w 660497"/>
              <a:gd name="connsiteY0" fmla="*/ 0 h 733526"/>
              <a:gd name="connsiteX1" fmla="*/ 451362 w 660497"/>
              <a:gd name="connsiteY1" fmla="*/ 181598 h 733526"/>
              <a:gd name="connsiteX2" fmla="*/ 631633 w 660497"/>
              <a:gd name="connsiteY2" fmla="*/ 733526 h 733526"/>
              <a:gd name="connsiteX0" fmla="*/ 0 w 653990"/>
              <a:gd name="connsiteY0" fmla="*/ 0 h 733526"/>
              <a:gd name="connsiteX1" fmla="*/ 631633 w 653990"/>
              <a:gd name="connsiteY1" fmla="*/ 733526 h 733526"/>
              <a:gd name="connsiteX2" fmla="*/ 0 w 653990"/>
              <a:gd name="connsiteY2" fmla="*/ 0 h 733526"/>
              <a:gd name="connsiteX0" fmla="*/ 0 w 653990"/>
              <a:gd name="connsiteY0" fmla="*/ 0 h 733526"/>
              <a:gd name="connsiteX1" fmla="*/ 451362 w 653990"/>
              <a:gd name="connsiteY1" fmla="*/ 181598 h 733526"/>
              <a:gd name="connsiteX2" fmla="*/ 631633 w 653990"/>
              <a:gd name="connsiteY2" fmla="*/ 733526 h 733526"/>
              <a:gd name="connsiteX0" fmla="*/ 18423 w 672413"/>
              <a:gd name="connsiteY0" fmla="*/ 6893 h 740419"/>
              <a:gd name="connsiteX1" fmla="*/ 650056 w 672413"/>
              <a:gd name="connsiteY1" fmla="*/ 740419 h 740419"/>
              <a:gd name="connsiteX2" fmla="*/ 18423 w 672413"/>
              <a:gd name="connsiteY2" fmla="*/ 6893 h 740419"/>
              <a:gd name="connsiteX0" fmla="*/ 0 w 672413"/>
              <a:gd name="connsiteY0" fmla="*/ 0 h 740419"/>
              <a:gd name="connsiteX1" fmla="*/ 469785 w 672413"/>
              <a:gd name="connsiteY1" fmla="*/ 188491 h 740419"/>
              <a:gd name="connsiteX2" fmla="*/ 650056 w 672413"/>
              <a:gd name="connsiteY2" fmla="*/ 740419 h 740419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0738"/>
              <a:gd name="connsiteY0" fmla="*/ 0 h 733526"/>
              <a:gd name="connsiteX1" fmla="*/ 648381 w 670738"/>
              <a:gd name="connsiteY1" fmla="*/ 733526 h 733526"/>
              <a:gd name="connsiteX2" fmla="*/ 16748 w 670738"/>
              <a:gd name="connsiteY2" fmla="*/ 0 h 733526"/>
              <a:gd name="connsiteX0" fmla="*/ 0 w 670738"/>
              <a:gd name="connsiteY0" fmla="*/ 1723 h 733526"/>
              <a:gd name="connsiteX1" fmla="*/ 468110 w 670738"/>
              <a:gd name="connsiteY1" fmla="*/ 181598 h 733526"/>
              <a:gd name="connsiteX2" fmla="*/ 648381 w 670738"/>
              <a:gd name="connsiteY2" fmla="*/ 733526 h 733526"/>
              <a:gd name="connsiteX0" fmla="*/ 16748 w 676595"/>
              <a:gd name="connsiteY0" fmla="*/ 0 h 735249"/>
              <a:gd name="connsiteX1" fmla="*/ 648381 w 676595"/>
              <a:gd name="connsiteY1" fmla="*/ 733526 h 735249"/>
              <a:gd name="connsiteX2" fmla="*/ 16748 w 676595"/>
              <a:gd name="connsiteY2" fmla="*/ 0 h 735249"/>
              <a:gd name="connsiteX0" fmla="*/ 0 w 676595"/>
              <a:gd name="connsiteY0" fmla="*/ 1723 h 735249"/>
              <a:gd name="connsiteX1" fmla="*/ 468110 w 676595"/>
              <a:gd name="connsiteY1" fmla="*/ 181598 h 735249"/>
              <a:gd name="connsiteX2" fmla="*/ 655080 w 676595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655080"/>
              <a:gd name="connsiteY0" fmla="*/ 0 h 735249"/>
              <a:gd name="connsiteX1" fmla="*/ 648381 w 655080"/>
              <a:gd name="connsiteY1" fmla="*/ 733526 h 735249"/>
              <a:gd name="connsiteX2" fmla="*/ 16748 w 655080"/>
              <a:gd name="connsiteY2" fmla="*/ 0 h 735249"/>
              <a:gd name="connsiteX0" fmla="*/ 0 w 655080"/>
              <a:gd name="connsiteY0" fmla="*/ 1723 h 735249"/>
              <a:gd name="connsiteX1" fmla="*/ 468110 w 655080"/>
              <a:gd name="connsiteY1" fmla="*/ 181598 h 735249"/>
              <a:gd name="connsiteX2" fmla="*/ 655080 w 655080"/>
              <a:gd name="connsiteY2" fmla="*/ 735249 h 735249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468110 w 745134"/>
              <a:gd name="connsiteY1" fmla="*/ 181598 h 733526"/>
              <a:gd name="connsiteX2" fmla="*/ 745134 w 745134"/>
              <a:gd name="connsiteY2" fmla="*/ 700415 h 733526"/>
              <a:gd name="connsiteX0" fmla="*/ 16748 w 745134"/>
              <a:gd name="connsiteY0" fmla="*/ 0 h 733526"/>
              <a:gd name="connsiteX1" fmla="*/ 648381 w 745134"/>
              <a:gd name="connsiteY1" fmla="*/ 733526 h 733526"/>
              <a:gd name="connsiteX2" fmla="*/ 16748 w 745134"/>
              <a:gd name="connsiteY2" fmla="*/ 0 h 733526"/>
              <a:gd name="connsiteX0" fmla="*/ 0 w 745134"/>
              <a:gd name="connsiteY0" fmla="*/ 1723 h 733526"/>
              <a:gd name="connsiteX1" fmla="*/ 641766 w 745134"/>
              <a:gd name="connsiteY1" fmla="*/ 114883 h 733526"/>
              <a:gd name="connsiteX2" fmla="*/ 745134 w 745134"/>
              <a:gd name="connsiteY2" fmla="*/ 700415 h 733526"/>
              <a:gd name="connsiteX0" fmla="*/ 16748 w 745134"/>
              <a:gd name="connsiteY0" fmla="*/ 7111 h 740637"/>
              <a:gd name="connsiteX1" fmla="*/ 648381 w 745134"/>
              <a:gd name="connsiteY1" fmla="*/ 740637 h 740637"/>
              <a:gd name="connsiteX2" fmla="*/ 16748 w 745134"/>
              <a:gd name="connsiteY2" fmla="*/ 7111 h 740637"/>
              <a:gd name="connsiteX0" fmla="*/ 0 w 745134"/>
              <a:gd name="connsiteY0" fmla="*/ 8834 h 740637"/>
              <a:gd name="connsiteX1" fmla="*/ 641766 w 745134"/>
              <a:gd name="connsiteY1" fmla="*/ 121994 h 740637"/>
              <a:gd name="connsiteX2" fmla="*/ 745134 w 745134"/>
              <a:gd name="connsiteY2" fmla="*/ 707526 h 740637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6748 w 745134"/>
              <a:gd name="connsiteY0" fmla="*/ 2137 h 735663"/>
              <a:gd name="connsiteX1" fmla="*/ 648381 w 745134"/>
              <a:gd name="connsiteY1" fmla="*/ 735663 h 735663"/>
              <a:gd name="connsiteX2" fmla="*/ 16748 w 745134"/>
              <a:gd name="connsiteY2" fmla="*/ 2137 h 735663"/>
              <a:gd name="connsiteX0" fmla="*/ 0 w 745134"/>
              <a:gd name="connsiteY0" fmla="*/ 3860 h 735663"/>
              <a:gd name="connsiteX1" fmla="*/ 641766 w 745134"/>
              <a:gd name="connsiteY1" fmla="*/ 117020 h 735663"/>
              <a:gd name="connsiteX2" fmla="*/ 745134 w 745134"/>
              <a:gd name="connsiteY2" fmla="*/ 702552 h 735663"/>
              <a:gd name="connsiteX0" fmla="*/ 186277 w 914663"/>
              <a:gd name="connsiteY0" fmla="*/ 0 h 733526"/>
              <a:gd name="connsiteX1" fmla="*/ 817910 w 914663"/>
              <a:gd name="connsiteY1" fmla="*/ 733526 h 733526"/>
              <a:gd name="connsiteX2" fmla="*/ 186277 w 914663"/>
              <a:gd name="connsiteY2" fmla="*/ 0 h 733526"/>
              <a:gd name="connsiteX0" fmla="*/ 0 w 914663"/>
              <a:gd name="connsiteY0" fmla="*/ 66097 h 733526"/>
              <a:gd name="connsiteX1" fmla="*/ 811295 w 914663"/>
              <a:gd name="connsiteY1" fmla="*/ 114883 h 733526"/>
              <a:gd name="connsiteX2" fmla="*/ 914663 w 914663"/>
              <a:gd name="connsiteY2" fmla="*/ 700415 h 733526"/>
              <a:gd name="connsiteX0" fmla="*/ 207428 w 935814"/>
              <a:gd name="connsiteY0" fmla="*/ 0 h 733526"/>
              <a:gd name="connsiteX1" fmla="*/ 839061 w 935814"/>
              <a:gd name="connsiteY1" fmla="*/ 733526 h 733526"/>
              <a:gd name="connsiteX2" fmla="*/ 207428 w 935814"/>
              <a:gd name="connsiteY2" fmla="*/ 0 h 733526"/>
              <a:gd name="connsiteX0" fmla="*/ 0 w 935814"/>
              <a:gd name="connsiteY0" fmla="*/ 91306 h 733526"/>
              <a:gd name="connsiteX1" fmla="*/ 832446 w 935814"/>
              <a:gd name="connsiteY1" fmla="*/ 114883 h 733526"/>
              <a:gd name="connsiteX2" fmla="*/ 935814 w 935814"/>
              <a:gd name="connsiteY2" fmla="*/ 700415 h 733526"/>
              <a:gd name="connsiteX0" fmla="*/ 207428 w 873750"/>
              <a:gd name="connsiteY0" fmla="*/ 0 h 774882"/>
              <a:gd name="connsiteX1" fmla="*/ 839061 w 873750"/>
              <a:gd name="connsiteY1" fmla="*/ 733526 h 774882"/>
              <a:gd name="connsiteX2" fmla="*/ 207428 w 873750"/>
              <a:gd name="connsiteY2" fmla="*/ 0 h 774882"/>
              <a:gd name="connsiteX0" fmla="*/ 0 w 873750"/>
              <a:gd name="connsiteY0" fmla="*/ 91306 h 774882"/>
              <a:gd name="connsiteX1" fmla="*/ 832446 w 873750"/>
              <a:gd name="connsiteY1" fmla="*/ 114883 h 774882"/>
              <a:gd name="connsiteX2" fmla="*/ 699196 w 873750"/>
              <a:gd name="connsiteY2" fmla="*/ 774882 h 774882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47125 h 822007"/>
              <a:gd name="connsiteX1" fmla="*/ 839061 w 839061"/>
              <a:gd name="connsiteY1" fmla="*/ 780651 h 822007"/>
              <a:gd name="connsiteX2" fmla="*/ 207428 w 839061"/>
              <a:gd name="connsiteY2" fmla="*/ 47125 h 822007"/>
              <a:gd name="connsiteX0" fmla="*/ 0 w 839061"/>
              <a:gd name="connsiteY0" fmla="*/ 138431 h 822007"/>
              <a:gd name="connsiteX1" fmla="*/ 747057 w 839061"/>
              <a:gd name="connsiteY1" fmla="*/ 63418 h 822007"/>
              <a:gd name="connsiteX2" fmla="*/ 699196 w 839061"/>
              <a:gd name="connsiteY2" fmla="*/ 822007 h 822007"/>
              <a:gd name="connsiteX0" fmla="*/ 207428 w 839061"/>
              <a:gd name="connsiteY0" fmla="*/ 31272 h 806154"/>
              <a:gd name="connsiteX1" fmla="*/ 839061 w 839061"/>
              <a:gd name="connsiteY1" fmla="*/ 764798 h 806154"/>
              <a:gd name="connsiteX2" fmla="*/ 207428 w 839061"/>
              <a:gd name="connsiteY2" fmla="*/ 31272 h 806154"/>
              <a:gd name="connsiteX0" fmla="*/ 0 w 839061"/>
              <a:gd name="connsiteY0" fmla="*/ 122578 h 806154"/>
              <a:gd name="connsiteX1" fmla="*/ 747057 w 839061"/>
              <a:gd name="connsiteY1" fmla="*/ 47565 h 806154"/>
              <a:gd name="connsiteX2" fmla="*/ 699196 w 839061"/>
              <a:gd name="connsiteY2" fmla="*/ 806154 h 806154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29971"/>
              <a:gd name="connsiteX1" fmla="*/ 839061 w 839061"/>
              <a:gd name="connsiteY1" fmla="*/ 788615 h 829971"/>
              <a:gd name="connsiteX2" fmla="*/ 207428 w 839061"/>
              <a:gd name="connsiteY2" fmla="*/ 55089 h 829971"/>
              <a:gd name="connsiteX0" fmla="*/ 0 w 839061"/>
              <a:gd name="connsiteY0" fmla="*/ 146395 h 829971"/>
              <a:gd name="connsiteX1" fmla="*/ 721667 w 839061"/>
              <a:gd name="connsiteY1" fmla="*/ 44104 h 829971"/>
              <a:gd name="connsiteX2" fmla="*/ 699196 w 839061"/>
              <a:gd name="connsiteY2" fmla="*/ 829971 h 829971"/>
              <a:gd name="connsiteX0" fmla="*/ 207428 w 839061"/>
              <a:gd name="connsiteY0" fmla="*/ 55089 h 815023"/>
              <a:gd name="connsiteX1" fmla="*/ 839061 w 839061"/>
              <a:gd name="connsiteY1" fmla="*/ 788615 h 815023"/>
              <a:gd name="connsiteX2" fmla="*/ 207428 w 839061"/>
              <a:gd name="connsiteY2" fmla="*/ 55089 h 815023"/>
              <a:gd name="connsiteX0" fmla="*/ 0 w 839061"/>
              <a:gd name="connsiteY0" fmla="*/ 146395 h 815023"/>
              <a:gd name="connsiteX1" fmla="*/ 721667 w 839061"/>
              <a:gd name="connsiteY1" fmla="*/ 44104 h 815023"/>
              <a:gd name="connsiteX2" fmla="*/ 715876 w 839061"/>
              <a:gd name="connsiteY2" fmla="*/ 815023 h 815023"/>
              <a:gd name="connsiteX0" fmla="*/ 207428 w 839061"/>
              <a:gd name="connsiteY0" fmla="*/ 55089 h 815023"/>
              <a:gd name="connsiteX1" fmla="*/ 839061 w 839061"/>
              <a:gd name="connsiteY1" fmla="*/ 788615 h 815023"/>
              <a:gd name="connsiteX2" fmla="*/ 207428 w 839061"/>
              <a:gd name="connsiteY2" fmla="*/ 55089 h 815023"/>
              <a:gd name="connsiteX0" fmla="*/ 0 w 839061"/>
              <a:gd name="connsiteY0" fmla="*/ 146395 h 815023"/>
              <a:gd name="connsiteX1" fmla="*/ 721667 w 839061"/>
              <a:gd name="connsiteY1" fmla="*/ 44104 h 815023"/>
              <a:gd name="connsiteX2" fmla="*/ 715876 w 839061"/>
              <a:gd name="connsiteY2" fmla="*/ 815023 h 815023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55089 h 804166"/>
              <a:gd name="connsiteX1" fmla="*/ 839061 w 839061"/>
              <a:gd name="connsiteY1" fmla="*/ 788615 h 804166"/>
              <a:gd name="connsiteX2" fmla="*/ 207428 w 839061"/>
              <a:gd name="connsiteY2" fmla="*/ 55089 h 804166"/>
              <a:gd name="connsiteX0" fmla="*/ 0 w 839061"/>
              <a:gd name="connsiteY0" fmla="*/ 146395 h 804166"/>
              <a:gd name="connsiteX1" fmla="*/ 721667 w 839061"/>
              <a:gd name="connsiteY1" fmla="*/ 44104 h 804166"/>
              <a:gd name="connsiteX2" fmla="*/ 736364 w 839061"/>
              <a:gd name="connsiteY2" fmla="*/ 804166 h 804166"/>
              <a:gd name="connsiteX0" fmla="*/ 207428 w 839061"/>
              <a:gd name="connsiteY0" fmla="*/ 70636 h 819713"/>
              <a:gd name="connsiteX1" fmla="*/ 839061 w 839061"/>
              <a:gd name="connsiteY1" fmla="*/ 804162 h 819713"/>
              <a:gd name="connsiteX2" fmla="*/ 207428 w 839061"/>
              <a:gd name="connsiteY2" fmla="*/ 70636 h 819713"/>
              <a:gd name="connsiteX0" fmla="*/ 0 w 839061"/>
              <a:gd name="connsiteY0" fmla="*/ 161942 h 819713"/>
              <a:gd name="connsiteX1" fmla="*/ 721667 w 839061"/>
              <a:gd name="connsiteY1" fmla="*/ 59651 h 819713"/>
              <a:gd name="connsiteX2" fmla="*/ 736364 w 839061"/>
              <a:gd name="connsiteY2" fmla="*/ 819713 h 819713"/>
              <a:gd name="connsiteX0" fmla="*/ 200174 w 831807"/>
              <a:gd name="connsiteY0" fmla="*/ 69597 h 818674"/>
              <a:gd name="connsiteX1" fmla="*/ 831807 w 831807"/>
              <a:gd name="connsiteY1" fmla="*/ 803123 h 818674"/>
              <a:gd name="connsiteX2" fmla="*/ 200174 w 831807"/>
              <a:gd name="connsiteY2" fmla="*/ 69597 h 818674"/>
              <a:gd name="connsiteX0" fmla="*/ 0 w 831807"/>
              <a:gd name="connsiteY0" fmla="*/ 166129 h 818674"/>
              <a:gd name="connsiteX1" fmla="*/ 714413 w 831807"/>
              <a:gd name="connsiteY1" fmla="*/ 58612 h 818674"/>
              <a:gd name="connsiteX2" fmla="*/ 729110 w 831807"/>
              <a:gd name="connsiteY2" fmla="*/ 818674 h 818674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23639"/>
              <a:gd name="connsiteX1" fmla="*/ 831807 w 831807"/>
              <a:gd name="connsiteY1" fmla="*/ 808088 h 823639"/>
              <a:gd name="connsiteX2" fmla="*/ 200174 w 831807"/>
              <a:gd name="connsiteY2" fmla="*/ 74562 h 823639"/>
              <a:gd name="connsiteX0" fmla="*/ 0 w 831807"/>
              <a:gd name="connsiteY0" fmla="*/ 171094 h 823639"/>
              <a:gd name="connsiteX1" fmla="*/ 714413 w 831807"/>
              <a:gd name="connsiteY1" fmla="*/ 63577 h 823639"/>
              <a:gd name="connsiteX2" fmla="*/ 729110 w 831807"/>
              <a:gd name="connsiteY2" fmla="*/ 823639 h 823639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  <a:gd name="connsiteX0" fmla="*/ 200174 w 831807"/>
              <a:gd name="connsiteY0" fmla="*/ 74562 h 808088"/>
              <a:gd name="connsiteX1" fmla="*/ 831807 w 831807"/>
              <a:gd name="connsiteY1" fmla="*/ 808088 h 808088"/>
              <a:gd name="connsiteX2" fmla="*/ 200174 w 831807"/>
              <a:gd name="connsiteY2" fmla="*/ 74562 h 808088"/>
              <a:gd name="connsiteX0" fmla="*/ 0 w 831807"/>
              <a:gd name="connsiteY0" fmla="*/ 171094 h 808088"/>
              <a:gd name="connsiteX1" fmla="*/ 714413 w 831807"/>
              <a:gd name="connsiteY1" fmla="*/ 63577 h 808088"/>
              <a:gd name="connsiteX2" fmla="*/ 679600 w 831807"/>
              <a:gd name="connsiteY2" fmla="*/ 770446 h 808088"/>
              <a:gd name="connsiteX0" fmla="*/ 200174 w 966238"/>
              <a:gd name="connsiteY0" fmla="*/ 74562 h 1150561"/>
              <a:gd name="connsiteX1" fmla="*/ 831807 w 966238"/>
              <a:gd name="connsiteY1" fmla="*/ 808088 h 1150561"/>
              <a:gd name="connsiteX2" fmla="*/ 200174 w 966238"/>
              <a:gd name="connsiteY2" fmla="*/ 74562 h 1150561"/>
              <a:gd name="connsiteX0" fmla="*/ 0 w 966238"/>
              <a:gd name="connsiteY0" fmla="*/ 171094 h 1150561"/>
              <a:gd name="connsiteX1" fmla="*/ 714413 w 966238"/>
              <a:gd name="connsiteY1" fmla="*/ 63577 h 1150561"/>
              <a:gd name="connsiteX2" fmla="*/ 966238 w 966238"/>
              <a:gd name="connsiteY2" fmla="*/ 1150561 h 1150561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937346 w 1007768"/>
              <a:gd name="connsiteY1" fmla="*/ 228534 h 1075999"/>
              <a:gd name="connsiteX2" fmla="*/ 966238 w 1007768"/>
              <a:gd name="connsiteY2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545348 w 1007768"/>
              <a:gd name="connsiteY1" fmla="*/ 88004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345313 w 1007768"/>
              <a:gd name="connsiteY1" fmla="*/ 366119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345313 w 1007768"/>
              <a:gd name="connsiteY1" fmla="*/ 366119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345313 w 1007768"/>
              <a:gd name="connsiteY1" fmla="*/ 366119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345313 w 1007768"/>
              <a:gd name="connsiteY1" fmla="*/ 366119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00174 w 1007768"/>
              <a:gd name="connsiteY0" fmla="*/ 0 h 1075999"/>
              <a:gd name="connsiteX1" fmla="*/ 831807 w 1007768"/>
              <a:gd name="connsiteY1" fmla="*/ 733526 h 1075999"/>
              <a:gd name="connsiteX2" fmla="*/ 200174 w 1007768"/>
              <a:gd name="connsiteY2" fmla="*/ 0 h 1075999"/>
              <a:gd name="connsiteX0" fmla="*/ 0 w 1007768"/>
              <a:gd name="connsiteY0" fmla="*/ 96532 h 1075999"/>
              <a:gd name="connsiteX1" fmla="*/ 276753 w 1007768"/>
              <a:gd name="connsiteY1" fmla="*/ 390038 h 1075999"/>
              <a:gd name="connsiteX2" fmla="*/ 937346 w 1007768"/>
              <a:gd name="connsiteY2" fmla="*/ 228534 h 1075999"/>
              <a:gd name="connsiteX3" fmla="*/ 966238 w 1007768"/>
              <a:gd name="connsiteY3" fmla="*/ 1075999 h 1075999"/>
              <a:gd name="connsiteX0" fmla="*/ 224203 w 1007768"/>
              <a:gd name="connsiteY0" fmla="*/ 0 h 1055320"/>
              <a:gd name="connsiteX1" fmla="*/ 831807 w 1007768"/>
              <a:gd name="connsiteY1" fmla="*/ 712847 h 1055320"/>
              <a:gd name="connsiteX2" fmla="*/ 224203 w 1007768"/>
              <a:gd name="connsiteY2" fmla="*/ 0 h 1055320"/>
              <a:gd name="connsiteX0" fmla="*/ 0 w 1007768"/>
              <a:gd name="connsiteY0" fmla="*/ 75853 h 1055320"/>
              <a:gd name="connsiteX1" fmla="*/ 276753 w 1007768"/>
              <a:gd name="connsiteY1" fmla="*/ 369359 h 1055320"/>
              <a:gd name="connsiteX2" fmla="*/ 937346 w 1007768"/>
              <a:gd name="connsiteY2" fmla="*/ 207855 h 1055320"/>
              <a:gd name="connsiteX3" fmla="*/ 966238 w 1007768"/>
              <a:gd name="connsiteY3" fmla="*/ 1055320 h 1055320"/>
              <a:gd name="connsiteX0" fmla="*/ 700030 w 1007768"/>
              <a:gd name="connsiteY0" fmla="*/ 467572 h 1006526"/>
              <a:gd name="connsiteX1" fmla="*/ 831807 w 1007768"/>
              <a:gd name="connsiteY1" fmla="*/ 664053 h 1006526"/>
              <a:gd name="connsiteX2" fmla="*/ 700030 w 1007768"/>
              <a:gd name="connsiteY2" fmla="*/ 467572 h 1006526"/>
              <a:gd name="connsiteX0" fmla="*/ 0 w 1007768"/>
              <a:gd name="connsiteY0" fmla="*/ 27059 h 1006526"/>
              <a:gd name="connsiteX1" fmla="*/ 276753 w 1007768"/>
              <a:gd name="connsiteY1" fmla="*/ 320565 h 1006526"/>
              <a:gd name="connsiteX2" fmla="*/ 937346 w 1007768"/>
              <a:gd name="connsiteY2" fmla="*/ 159061 h 1006526"/>
              <a:gd name="connsiteX3" fmla="*/ 966238 w 1007768"/>
              <a:gd name="connsiteY3" fmla="*/ 1006526 h 1006526"/>
              <a:gd name="connsiteX0" fmla="*/ 700030 w 1007768"/>
              <a:gd name="connsiteY0" fmla="*/ 458887 h 997841"/>
              <a:gd name="connsiteX1" fmla="*/ 831807 w 1007768"/>
              <a:gd name="connsiteY1" fmla="*/ 655368 h 997841"/>
              <a:gd name="connsiteX2" fmla="*/ 700030 w 1007768"/>
              <a:gd name="connsiteY2" fmla="*/ 458887 h 997841"/>
              <a:gd name="connsiteX0" fmla="*/ 0 w 1007768"/>
              <a:gd name="connsiteY0" fmla="*/ 18374 h 997841"/>
              <a:gd name="connsiteX1" fmla="*/ 276753 w 1007768"/>
              <a:gd name="connsiteY1" fmla="*/ 311880 h 997841"/>
              <a:gd name="connsiteX2" fmla="*/ 937346 w 1007768"/>
              <a:gd name="connsiteY2" fmla="*/ 150376 h 997841"/>
              <a:gd name="connsiteX3" fmla="*/ 966238 w 1007768"/>
              <a:gd name="connsiteY3" fmla="*/ 997841 h 997841"/>
              <a:gd name="connsiteX0" fmla="*/ 700030 w 1007768"/>
              <a:gd name="connsiteY0" fmla="*/ 472460 h 1011414"/>
              <a:gd name="connsiteX1" fmla="*/ 831807 w 1007768"/>
              <a:gd name="connsiteY1" fmla="*/ 668941 h 1011414"/>
              <a:gd name="connsiteX2" fmla="*/ 700030 w 1007768"/>
              <a:gd name="connsiteY2" fmla="*/ 472460 h 1011414"/>
              <a:gd name="connsiteX0" fmla="*/ 0 w 1007768"/>
              <a:gd name="connsiteY0" fmla="*/ 31947 h 1011414"/>
              <a:gd name="connsiteX1" fmla="*/ 276753 w 1007768"/>
              <a:gd name="connsiteY1" fmla="*/ 325453 h 1011414"/>
              <a:gd name="connsiteX2" fmla="*/ 937346 w 1007768"/>
              <a:gd name="connsiteY2" fmla="*/ 163949 h 1011414"/>
              <a:gd name="connsiteX3" fmla="*/ 966238 w 1007768"/>
              <a:gd name="connsiteY3" fmla="*/ 1011414 h 1011414"/>
              <a:gd name="connsiteX0" fmla="*/ 683941 w 991679"/>
              <a:gd name="connsiteY0" fmla="*/ 490277 h 1029231"/>
              <a:gd name="connsiteX1" fmla="*/ 815718 w 991679"/>
              <a:gd name="connsiteY1" fmla="*/ 686758 h 1029231"/>
              <a:gd name="connsiteX2" fmla="*/ 683941 w 991679"/>
              <a:gd name="connsiteY2" fmla="*/ 490277 h 1029231"/>
              <a:gd name="connsiteX0" fmla="*/ 0 w 991679"/>
              <a:gd name="connsiteY0" fmla="*/ 25964 h 1029231"/>
              <a:gd name="connsiteX1" fmla="*/ 260664 w 991679"/>
              <a:gd name="connsiteY1" fmla="*/ 343270 h 1029231"/>
              <a:gd name="connsiteX2" fmla="*/ 921257 w 991679"/>
              <a:gd name="connsiteY2" fmla="*/ 181766 h 1029231"/>
              <a:gd name="connsiteX3" fmla="*/ 950149 w 991679"/>
              <a:gd name="connsiteY3" fmla="*/ 1029231 h 1029231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0664 w 991679"/>
              <a:gd name="connsiteY2" fmla="*/ 332913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0664 w 991679"/>
              <a:gd name="connsiteY2" fmla="*/ 332913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5425 w 991679"/>
              <a:gd name="connsiteY2" fmla="*/ 338029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5425 w 991679"/>
              <a:gd name="connsiteY2" fmla="*/ 338029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65425 w 991679"/>
              <a:gd name="connsiteY2" fmla="*/ 338029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991679"/>
              <a:gd name="connsiteY0" fmla="*/ 479920 h 1018874"/>
              <a:gd name="connsiteX1" fmla="*/ 815718 w 991679"/>
              <a:gd name="connsiteY1" fmla="*/ 676401 h 1018874"/>
              <a:gd name="connsiteX2" fmla="*/ 683941 w 991679"/>
              <a:gd name="connsiteY2" fmla="*/ 479920 h 1018874"/>
              <a:gd name="connsiteX0" fmla="*/ 0 w 991679"/>
              <a:gd name="connsiteY0" fmla="*/ 15607 h 1018874"/>
              <a:gd name="connsiteX1" fmla="*/ 228094 w 991679"/>
              <a:gd name="connsiteY1" fmla="*/ 26101 h 1018874"/>
              <a:gd name="connsiteX2" fmla="*/ 241622 w 991679"/>
              <a:gd name="connsiteY2" fmla="*/ 312455 h 1018874"/>
              <a:gd name="connsiteX3" fmla="*/ 921257 w 991679"/>
              <a:gd name="connsiteY3" fmla="*/ 171409 h 1018874"/>
              <a:gd name="connsiteX4" fmla="*/ 950149 w 991679"/>
              <a:gd name="connsiteY4" fmla="*/ 1018874 h 1018874"/>
              <a:gd name="connsiteX0" fmla="*/ 683941 w 1001200"/>
              <a:gd name="connsiteY0" fmla="*/ 479920 h 1018874"/>
              <a:gd name="connsiteX1" fmla="*/ 815718 w 1001200"/>
              <a:gd name="connsiteY1" fmla="*/ 676401 h 1018874"/>
              <a:gd name="connsiteX2" fmla="*/ 683941 w 1001200"/>
              <a:gd name="connsiteY2" fmla="*/ 479920 h 1018874"/>
              <a:gd name="connsiteX0" fmla="*/ 0 w 1001200"/>
              <a:gd name="connsiteY0" fmla="*/ 15607 h 1018874"/>
              <a:gd name="connsiteX1" fmla="*/ 228094 w 1001200"/>
              <a:gd name="connsiteY1" fmla="*/ 26101 h 1018874"/>
              <a:gd name="connsiteX2" fmla="*/ 241622 w 1001200"/>
              <a:gd name="connsiteY2" fmla="*/ 312455 h 1018874"/>
              <a:gd name="connsiteX3" fmla="*/ 933958 w 1001200"/>
              <a:gd name="connsiteY3" fmla="*/ 221005 h 1018874"/>
              <a:gd name="connsiteX4" fmla="*/ 950149 w 1001200"/>
              <a:gd name="connsiteY4" fmla="*/ 1018874 h 1018874"/>
              <a:gd name="connsiteX0" fmla="*/ 683941 w 1039288"/>
              <a:gd name="connsiteY0" fmla="*/ 479920 h 1018874"/>
              <a:gd name="connsiteX1" fmla="*/ 815718 w 1039288"/>
              <a:gd name="connsiteY1" fmla="*/ 676401 h 1018874"/>
              <a:gd name="connsiteX2" fmla="*/ 683941 w 1039288"/>
              <a:gd name="connsiteY2" fmla="*/ 479920 h 1018874"/>
              <a:gd name="connsiteX0" fmla="*/ 0 w 1039288"/>
              <a:gd name="connsiteY0" fmla="*/ 15607 h 1018874"/>
              <a:gd name="connsiteX1" fmla="*/ 228094 w 1039288"/>
              <a:gd name="connsiteY1" fmla="*/ 26101 h 1018874"/>
              <a:gd name="connsiteX2" fmla="*/ 241622 w 1039288"/>
              <a:gd name="connsiteY2" fmla="*/ 312455 h 1018874"/>
              <a:gd name="connsiteX3" fmla="*/ 981789 w 1039288"/>
              <a:gd name="connsiteY3" fmla="*/ 267259 h 1018874"/>
              <a:gd name="connsiteX4" fmla="*/ 950149 w 1039288"/>
              <a:gd name="connsiteY4" fmla="*/ 1018874 h 1018874"/>
              <a:gd name="connsiteX0" fmla="*/ 683941 w 1039288"/>
              <a:gd name="connsiteY0" fmla="*/ 479920 h 1018874"/>
              <a:gd name="connsiteX1" fmla="*/ 815718 w 1039288"/>
              <a:gd name="connsiteY1" fmla="*/ 676401 h 1018874"/>
              <a:gd name="connsiteX2" fmla="*/ 683941 w 1039288"/>
              <a:gd name="connsiteY2" fmla="*/ 479920 h 1018874"/>
              <a:gd name="connsiteX0" fmla="*/ 0 w 1039288"/>
              <a:gd name="connsiteY0" fmla="*/ 15607 h 1018874"/>
              <a:gd name="connsiteX1" fmla="*/ 228094 w 1039288"/>
              <a:gd name="connsiteY1" fmla="*/ 26101 h 1018874"/>
              <a:gd name="connsiteX2" fmla="*/ 241622 w 1039288"/>
              <a:gd name="connsiteY2" fmla="*/ 312455 h 1018874"/>
              <a:gd name="connsiteX3" fmla="*/ 981789 w 1039288"/>
              <a:gd name="connsiteY3" fmla="*/ 267259 h 1018874"/>
              <a:gd name="connsiteX4" fmla="*/ 950149 w 1039288"/>
              <a:gd name="connsiteY4" fmla="*/ 1018874 h 1018874"/>
              <a:gd name="connsiteX0" fmla="*/ 683941 w 1009942"/>
              <a:gd name="connsiteY0" fmla="*/ 479920 h 1018874"/>
              <a:gd name="connsiteX1" fmla="*/ 815718 w 1009942"/>
              <a:gd name="connsiteY1" fmla="*/ 676401 h 1018874"/>
              <a:gd name="connsiteX2" fmla="*/ 683941 w 1009942"/>
              <a:gd name="connsiteY2" fmla="*/ 479920 h 1018874"/>
              <a:gd name="connsiteX0" fmla="*/ 0 w 1009942"/>
              <a:gd name="connsiteY0" fmla="*/ 15607 h 1018874"/>
              <a:gd name="connsiteX1" fmla="*/ 228094 w 1009942"/>
              <a:gd name="connsiteY1" fmla="*/ 26101 h 1018874"/>
              <a:gd name="connsiteX2" fmla="*/ 241622 w 1009942"/>
              <a:gd name="connsiteY2" fmla="*/ 312455 h 1018874"/>
              <a:gd name="connsiteX3" fmla="*/ 945302 w 1009942"/>
              <a:gd name="connsiteY3" fmla="*/ 299959 h 1018874"/>
              <a:gd name="connsiteX4" fmla="*/ 950149 w 1009942"/>
              <a:gd name="connsiteY4" fmla="*/ 1018874 h 1018874"/>
              <a:gd name="connsiteX0" fmla="*/ 683941 w 1019910"/>
              <a:gd name="connsiteY0" fmla="*/ 479920 h 1018874"/>
              <a:gd name="connsiteX1" fmla="*/ 815718 w 1019910"/>
              <a:gd name="connsiteY1" fmla="*/ 676401 h 1018874"/>
              <a:gd name="connsiteX2" fmla="*/ 683941 w 1019910"/>
              <a:gd name="connsiteY2" fmla="*/ 479920 h 1018874"/>
              <a:gd name="connsiteX0" fmla="*/ 0 w 1019910"/>
              <a:gd name="connsiteY0" fmla="*/ 15607 h 1018874"/>
              <a:gd name="connsiteX1" fmla="*/ 228094 w 1019910"/>
              <a:gd name="connsiteY1" fmla="*/ 26101 h 1018874"/>
              <a:gd name="connsiteX2" fmla="*/ 241622 w 1019910"/>
              <a:gd name="connsiteY2" fmla="*/ 312455 h 1018874"/>
              <a:gd name="connsiteX3" fmla="*/ 945302 w 1019910"/>
              <a:gd name="connsiteY3" fmla="*/ 299959 h 1018874"/>
              <a:gd name="connsiteX4" fmla="*/ 950149 w 1019910"/>
              <a:gd name="connsiteY4" fmla="*/ 1018874 h 1018874"/>
              <a:gd name="connsiteX0" fmla="*/ 683941 w 1031115"/>
              <a:gd name="connsiteY0" fmla="*/ 479920 h 1018874"/>
              <a:gd name="connsiteX1" fmla="*/ 815718 w 1031115"/>
              <a:gd name="connsiteY1" fmla="*/ 676401 h 1018874"/>
              <a:gd name="connsiteX2" fmla="*/ 683941 w 1031115"/>
              <a:gd name="connsiteY2" fmla="*/ 479920 h 1018874"/>
              <a:gd name="connsiteX0" fmla="*/ 0 w 1031115"/>
              <a:gd name="connsiteY0" fmla="*/ 15607 h 1018874"/>
              <a:gd name="connsiteX1" fmla="*/ 228094 w 1031115"/>
              <a:gd name="connsiteY1" fmla="*/ 26101 h 1018874"/>
              <a:gd name="connsiteX2" fmla="*/ 241622 w 1031115"/>
              <a:gd name="connsiteY2" fmla="*/ 312455 h 1018874"/>
              <a:gd name="connsiteX3" fmla="*/ 959584 w 1031115"/>
              <a:gd name="connsiteY3" fmla="*/ 315304 h 1018874"/>
              <a:gd name="connsiteX4" fmla="*/ 950149 w 1031115"/>
              <a:gd name="connsiteY4" fmla="*/ 1018874 h 1018874"/>
              <a:gd name="connsiteX0" fmla="*/ 683941 w 1031115"/>
              <a:gd name="connsiteY0" fmla="*/ 479920 h 1018874"/>
              <a:gd name="connsiteX1" fmla="*/ 815718 w 1031115"/>
              <a:gd name="connsiteY1" fmla="*/ 676401 h 1018874"/>
              <a:gd name="connsiteX2" fmla="*/ 683941 w 1031115"/>
              <a:gd name="connsiteY2" fmla="*/ 479920 h 1018874"/>
              <a:gd name="connsiteX0" fmla="*/ 0 w 1031115"/>
              <a:gd name="connsiteY0" fmla="*/ 15607 h 1018874"/>
              <a:gd name="connsiteX1" fmla="*/ 228094 w 1031115"/>
              <a:gd name="connsiteY1" fmla="*/ 26101 h 1018874"/>
              <a:gd name="connsiteX2" fmla="*/ 241622 w 1031115"/>
              <a:gd name="connsiteY2" fmla="*/ 312455 h 1018874"/>
              <a:gd name="connsiteX3" fmla="*/ 959584 w 1031115"/>
              <a:gd name="connsiteY3" fmla="*/ 315304 h 1018874"/>
              <a:gd name="connsiteX4" fmla="*/ 950149 w 1031115"/>
              <a:gd name="connsiteY4" fmla="*/ 1018874 h 1018874"/>
              <a:gd name="connsiteX0" fmla="*/ 683941 w 1031115"/>
              <a:gd name="connsiteY0" fmla="*/ 479920 h 1018874"/>
              <a:gd name="connsiteX1" fmla="*/ 815718 w 1031115"/>
              <a:gd name="connsiteY1" fmla="*/ 676401 h 1018874"/>
              <a:gd name="connsiteX2" fmla="*/ 683941 w 1031115"/>
              <a:gd name="connsiteY2" fmla="*/ 479920 h 1018874"/>
              <a:gd name="connsiteX0" fmla="*/ 0 w 1031115"/>
              <a:gd name="connsiteY0" fmla="*/ 15607 h 1018874"/>
              <a:gd name="connsiteX1" fmla="*/ 228094 w 1031115"/>
              <a:gd name="connsiteY1" fmla="*/ 26101 h 1018874"/>
              <a:gd name="connsiteX2" fmla="*/ 241622 w 1031115"/>
              <a:gd name="connsiteY2" fmla="*/ 312455 h 1018874"/>
              <a:gd name="connsiteX3" fmla="*/ 959584 w 1031115"/>
              <a:gd name="connsiteY3" fmla="*/ 315304 h 1018874"/>
              <a:gd name="connsiteX4" fmla="*/ 950149 w 1031115"/>
              <a:gd name="connsiteY4" fmla="*/ 1018874 h 1018874"/>
              <a:gd name="connsiteX0" fmla="*/ 683941 w 1028628"/>
              <a:gd name="connsiteY0" fmla="*/ 479920 h 1018874"/>
              <a:gd name="connsiteX1" fmla="*/ 815718 w 1028628"/>
              <a:gd name="connsiteY1" fmla="*/ 676401 h 1018874"/>
              <a:gd name="connsiteX2" fmla="*/ 683941 w 1028628"/>
              <a:gd name="connsiteY2" fmla="*/ 479920 h 1018874"/>
              <a:gd name="connsiteX0" fmla="*/ 0 w 1028628"/>
              <a:gd name="connsiteY0" fmla="*/ 15607 h 1018874"/>
              <a:gd name="connsiteX1" fmla="*/ 228094 w 1028628"/>
              <a:gd name="connsiteY1" fmla="*/ 26101 h 1018874"/>
              <a:gd name="connsiteX2" fmla="*/ 241622 w 1028628"/>
              <a:gd name="connsiteY2" fmla="*/ 312455 h 1018874"/>
              <a:gd name="connsiteX3" fmla="*/ 959584 w 1028628"/>
              <a:gd name="connsiteY3" fmla="*/ 315304 h 1018874"/>
              <a:gd name="connsiteX4" fmla="*/ 950149 w 1028628"/>
              <a:gd name="connsiteY4" fmla="*/ 1018874 h 1018874"/>
              <a:gd name="connsiteX0" fmla="*/ 683941 w 1028628"/>
              <a:gd name="connsiteY0" fmla="*/ 479920 h 1018874"/>
              <a:gd name="connsiteX1" fmla="*/ 815718 w 1028628"/>
              <a:gd name="connsiteY1" fmla="*/ 676401 h 1018874"/>
              <a:gd name="connsiteX2" fmla="*/ 683941 w 1028628"/>
              <a:gd name="connsiteY2" fmla="*/ 479920 h 1018874"/>
              <a:gd name="connsiteX0" fmla="*/ 0 w 1028628"/>
              <a:gd name="connsiteY0" fmla="*/ 15607 h 1018874"/>
              <a:gd name="connsiteX1" fmla="*/ 228094 w 1028628"/>
              <a:gd name="connsiteY1" fmla="*/ 26101 h 1018874"/>
              <a:gd name="connsiteX2" fmla="*/ 241622 w 1028628"/>
              <a:gd name="connsiteY2" fmla="*/ 312455 h 1018874"/>
              <a:gd name="connsiteX3" fmla="*/ 959584 w 1028628"/>
              <a:gd name="connsiteY3" fmla="*/ 315304 h 1018874"/>
              <a:gd name="connsiteX4" fmla="*/ 950149 w 1028628"/>
              <a:gd name="connsiteY4" fmla="*/ 1018874 h 1018874"/>
              <a:gd name="connsiteX0" fmla="*/ 683941 w 1028628"/>
              <a:gd name="connsiteY0" fmla="*/ 479920 h 1018874"/>
              <a:gd name="connsiteX1" fmla="*/ 815718 w 1028628"/>
              <a:gd name="connsiteY1" fmla="*/ 676401 h 1018874"/>
              <a:gd name="connsiteX2" fmla="*/ 683941 w 1028628"/>
              <a:gd name="connsiteY2" fmla="*/ 479920 h 1018874"/>
              <a:gd name="connsiteX0" fmla="*/ 0 w 1028628"/>
              <a:gd name="connsiteY0" fmla="*/ 15607 h 1018874"/>
              <a:gd name="connsiteX1" fmla="*/ 228094 w 1028628"/>
              <a:gd name="connsiteY1" fmla="*/ 26101 h 1018874"/>
              <a:gd name="connsiteX2" fmla="*/ 241622 w 1028628"/>
              <a:gd name="connsiteY2" fmla="*/ 312455 h 1018874"/>
              <a:gd name="connsiteX3" fmla="*/ 612210 w 1028628"/>
              <a:gd name="connsiteY3" fmla="*/ 269314 h 1018874"/>
              <a:gd name="connsiteX4" fmla="*/ 959584 w 1028628"/>
              <a:gd name="connsiteY4" fmla="*/ 315304 h 1018874"/>
              <a:gd name="connsiteX5" fmla="*/ 950149 w 1028628"/>
              <a:gd name="connsiteY5" fmla="*/ 1018874 h 1018874"/>
              <a:gd name="connsiteX0" fmla="*/ 683941 w 950149"/>
              <a:gd name="connsiteY0" fmla="*/ 479920 h 1018874"/>
              <a:gd name="connsiteX1" fmla="*/ 815718 w 950149"/>
              <a:gd name="connsiteY1" fmla="*/ 676401 h 1018874"/>
              <a:gd name="connsiteX2" fmla="*/ 683941 w 950149"/>
              <a:gd name="connsiteY2" fmla="*/ 479920 h 1018874"/>
              <a:gd name="connsiteX0" fmla="*/ 0 w 950149"/>
              <a:gd name="connsiteY0" fmla="*/ 15607 h 1018874"/>
              <a:gd name="connsiteX1" fmla="*/ 228094 w 950149"/>
              <a:gd name="connsiteY1" fmla="*/ 26101 h 1018874"/>
              <a:gd name="connsiteX2" fmla="*/ 241622 w 950149"/>
              <a:gd name="connsiteY2" fmla="*/ 312455 h 1018874"/>
              <a:gd name="connsiteX3" fmla="*/ 612210 w 950149"/>
              <a:gd name="connsiteY3" fmla="*/ 269314 h 1018874"/>
              <a:gd name="connsiteX4" fmla="*/ 540091 w 950149"/>
              <a:gd name="connsiteY4" fmla="*/ 634965 h 1018874"/>
              <a:gd name="connsiteX5" fmla="*/ 950149 w 950149"/>
              <a:gd name="connsiteY5" fmla="*/ 1018874 h 1018874"/>
              <a:gd name="connsiteX0" fmla="*/ 683941 w 955314"/>
              <a:gd name="connsiteY0" fmla="*/ 479920 h 1021303"/>
              <a:gd name="connsiteX1" fmla="*/ 815718 w 955314"/>
              <a:gd name="connsiteY1" fmla="*/ 676401 h 1021303"/>
              <a:gd name="connsiteX2" fmla="*/ 683941 w 955314"/>
              <a:gd name="connsiteY2" fmla="*/ 479920 h 1021303"/>
              <a:gd name="connsiteX0" fmla="*/ 0 w 955314"/>
              <a:gd name="connsiteY0" fmla="*/ 15607 h 1021303"/>
              <a:gd name="connsiteX1" fmla="*/ 228094 w 955314"/>
              <a:gd name="connsiteY1" fmla="*/ 26101 h 1021303"/>
              <a:gd name="connsiteX2" fmla="*/ 241622 w 955314"/>
              <a:gd name="connsiteY2" fmla="*/ 312455 h 1021303"/>
              <a:gd name="connsiteX3" fmla="*/ 612210 w 955314"/>
              <a:gd name="connsiteY3" fmla="*/ 269314 h 1021303"/>
              <a:gd name="connsiteX4" fmla="*/ 540091 w 955314"/>
              <a:gd name="connsiteY4" fmla="*/ 634965 h 1021303"/>
              <a:gd name="connsiteX5" fmla="*/ 950149 w 955314"/>
              <a:gd name="connsiteY5" fmla="*/ 1018874 h 1021303"/>
              <a:gd name="connsiteX6" fmla="*/ 767774 w 955314"/>
              <a:gd name="connsiteY6" fmla="*/ 795956 h 1021303"/>
              <a:gd name="connsiteX0" fmla="*/ 683941 w 984954"/>
              <a:gd name="connsiteY0" fmla="*/ 479920 h 1020177"/>
              <a:gd name="connsiteX1" fmla="*/ 815718 w 984954"/>
              <a:gd name="connsiteY1" fmla="*/ 676401 h 1020177"/>
              <a:gd name="connsiteX2" fmla="*/ 683941 w 984954"/>
              <a:gd name="connsiteY2" fmla="*/ 479920 h 1020177"/>
              <a:gd name="connsiteX0" fmla="*/ 0 w 984954"/>
              <a:gd name="connsiteY0" fmla="*/ 15607 h 1020177"/>
              <a:gd name="connsiteX1" fmla="*/ 228094 w 984954"/>
              <a:gd name="connsiteY1" fmla="*/ 26101 h 1020177"/>
              <a:gd name="connsiteX2" fmla="*/ 241622 w 984954"/>
              <a:gd name="connsiteY2" fmla="*/ 312455 h 1020177"/>
              <a:gd name="connsiteX3" fmla="*/ 612210 w 984954"/>
              <a:gd name="connsiteY3" fmla="*/ 269314 h 1020177"/>
              <a:gd name="connsiteX4" fmla="*/ 540091 w 984954"/>
              <a:gd name="connsiteY4" fmla="*/ 634965 h 1020177"/>
              <a:gd name="connsiteX5" fmla="*/ 950149 w 984954"/>
              <a:gd name="connsiteY5" fmla="*/ 1018874 h 1020177"/>
              <a:gd name="connsiteX6" fmla="*/ 961536 w 984954"/>
              <a:gd name="connsiteY6" fmla="*/ 603545 h 1020177"/>
              <a:gd name="connsiteX0" fmla="*/ 683941 w 1007067"/>
              <a:gd name="connsiteY0" fmla="*/ 479920 h 687336"/>
              <a:gd name="connsiteX1" fmla="*/ 815718 w 1007067"/>
              <a:gd name="connsiteY1" fmla="*/ 676401 h 687336"/>
              <a:gd name="connsiteX2" fmla="*/ 683941 w 1007067"/>
              <a:gd name="connsiteY2" fmla="*/ 479920 h 687336"/>
              <a:gd name="connsiteX0" fmla="*/ 0 w 1007067"/>
              <a:gd name="connsiteY0" fmla="*/ 15607 h 687336"/>
              <a:gd name="connsiteX1" fmla="*/ 228094 w 1007067"/>
              <a:gd name="connsiteY1" fmla="*/ 26101 h 687336"/>
              <a:gd name="connsiteX2" fmla="*/ 241622 w 1007067"/>
              <a:gd name="connsiteY2" fmla="*/ 312455 h 687336"/>
              <a:gd name="connsiteX3" fmla="*/ 612210 w 1007067"/>
              <a:gd name="connsiteY3" fmla="*/ 269314 h 687336"/>
              <a:gd name="connsiteX4" fmla="*/ 540091 w 1007067"/>
              <a:gd name="connsiteY4" fmla="*/ 634965 h 687336"/>
              <a:gd name="connsiteX5" fmla="*/ 988831 w 1007067"/>
              <a:gd name="connsiteY5" fmla="*/ 505771 h 687336"/>
              <a:gd name="connsiteX6" fmla="*/ 961536 w 1007067"/>
              <a:gd name="connsiteY6" fmla="*/ 603545 h 687336"/>
              <a:gd name="connsiteX0" fmla="*/ 683941 w 1009130"/>
              <a:gd name="connsiteY0" fmla="*/ 479920 h 994216"/>
              <a:gd name="connsiteX1" fmla="*/ 815718 w 1009130"/>
              <a:gd name="connsiteY1" fmla="*/ 676401 h 994216"/>
              <a:gd name="connsiteX2" fmla="*/ 683941 w 1009130"/>
              <a:gd name="connsiteY2" fmla="*/ 479920 h 994216"/>
              <a:gd name="connsiteX0" fmla="*/ 0 w 1009130"/>
              <a:gd name="connsiteY0" fmla="*/ 15607 h 994216"/>
              <a:gd name="connsiteX1" fmla="*/ 228094 w 1009130"/>
              <a:gd name="connsiteY1" fmla="*/ 26101 h 994216"/>
              <a:gd name="connsiteX2" fmla="*/ 241622 w 1009130"/>
              <a:gd name="connsiteY2" fmla="*/ 312455 h 994216"/>
              <a:gd name="connsiteX3" fmla="*/ 612210 w 1009130"/>
              <a:gd name="connsiteY3" fmla="*/ 269314 h 994216"/>
              <a:gd name="connsiteX4" fmla="*/ 540091 w 1009130"/>
              <a:gd name="connsiteY4" fmla="*/ 634965 h 994216"/>
              <a:gd name="connsiteX5" fmla="*/ 988831 w 1009130"/>
              <a:gd name="connsiteY5" fmla="*/ 505771 h 994216"/>
              <a:gd name="connsiteX6" fmla="*/ 968620 w 1009130"/>
              <a:gd name="connsiteY6" fmla="*/ 991202 h 994216"/>
              <a:gd name="connsiteX0" fmla="*/ 683941 w 1121464"/>
              <a:gd name="connsiteY0" fmla="*/ 479920 h 1191105"/>
              <a:gd name="connsiteX1" fmla="*/ 815718 w 1121464"/>
              <a:gd name="connsiteY1" fmla="*/ 676401 h 1191105"/>
              <a:gd name="connsiteX2" fmla="*/ 683941 w 1121464"/>
              <a:gd name="connsiteY2" fmla="*/ 479920 h 1191105"/>
              <a:gd name="connsiteX0" fmla="*/ 0 w 1121464"/>
              <a:gd name="connsiteY0" fmla="*/ 15607 h 1191105"/>
              <a:gd name="connsiteX1" fmla="*/ 228094 w 1121464"/>
              <a:gd name="connsiteY1" fmla="*/ 26101 h 1191105"/>
              <a:gd name="connsiteX2" fmla="*/ 241622 w 1121464"/>
              <a:gd name="connsiteY2" fmla="*/ 312455 h 1191105"/>
              <a:gd name="connsiteX3" fmla="*/ 612210 w 1121464"/>
              <a:gd name="connsiteY3" fmla="*/ 269314 h 1191105"/>
              <a:gd name="connsiteX4" fmla="*/ 540091 w 1121464"/>
              <a:gd name="connsiteY4" fmla="*/ 634965 h 1191105"/>
              <a:gd name="connsiteX5" fmla="*/ 988831 w 1121464"/>
              <a:gd name="connsiteY5" fmla="*/ 505771 h 1191105"/>
              <a:gd name="connsiteX6" fmla="*/ 1114389 w 1121464"/>
              <a:gd name="connsiteY6" fmla="*/ 1188902 h 1191105"/>
              <a:gd name="connsiteX0" fmla="*/ 683941 w 1144160"/>
              <a:gd name="connsiteY0" fmla="*/ 479920 h 1191660"/>
              <a:gd name="connsiteX1" fmla="*/ 815718 w 1144160"/>
              <a:gd name="connsiteY1" fmla="*/ 676401 h 1191660"/>
              <a:gd name="connsiteX2" fmla="*/ 683941 w 1144160"/>
              <a:gd name="connsiteY2" fmla="*/ 479920 h 1191660"/>
              <a:gd name="connsiteX0" fmla="*/ 0 w 1144160"/>
              <a:gd name="connsiteY0" fmla="*/ 15607 h 1191660"/>
              <a:gd name="connsiteX1" fmla="*/ 228094 w 1144160"/>
              <a:gd name="connsiteY1" fmla="*/ 26101 h 1191660"/>
              <a:gd name="connsiteX2" fmla="*/ 241622 w 1144160"/>
              <a:gd name="connsiteY2" fmla="*/ 312455 h 1191660"/>
              <a:gd name="connsiteX3" fmla="*/ 612210 w 1144160"/>
              <a:gd name="connsiteY3" fmla="*/ 269314 h 1191660"/>
              <a:gd name="connsiteX4" fmla="*/ 540091 w 1144160"/>
              <a:gd name="connsiteY4" fmla="*/ 634965 h 1191660"/>
              <a:gd name="connsiteX5" fmla="*/ 1116914 w 1144160"/>
              <a:gd name="connsiteY5" fmla="*/ 653655 h 1191660"/>
              <a:gd name="connsiteX6" fmla="*/ 1114389 w 1144160"/>
              <a:gd name="connsiteY6" fmla="*/ 1188902 h 1191660"/>
              <a:gd name="connsiteX0" fmla="*/ 697424 w 1157643"/>
              <a:gd name="connsiteY0" fmla="*/ 474467 h 1186207"/>
              <a:gd name="connsiteX1" fmla="*/ 829201 w 1157643"/>
              <a:gd name="connsiteY1" fmla="*/ 670948 h 1186207"/>
              <a:gd name="connsiteX2" fmla="*/ 697424 w 1157643"/>
              <a:gd name="connsiteY2" fmla="*/ 474467 h 1186207"/>
              <a:gd name="connsiteX0" fmla="*/ 0 w 1157643"/>
              <a:gd name="connsiteY0" fmla="*/ 31619 h 1186207"/>
              <a:gd name="connsiteX1" fmla="*/ 241577 w 1157643"/>
              <a:gd name="connsiteY1" fmla="*/ 20648 h 1186207"/>
              <a:gd name="connsiteX2" fmla="*/ 255105 w 1157643"/>
              <a:gd name="connsiteY2" fmla="*/ 307002 h 1186207"/>
              <a:gd name="connsiteX3" fmla="*/ 625693 w 1157643"/>
              <a:gd name="connsiteY3" fmla="*/ 263861 h 1186207"/>
              <a:gd name="connsiteX4" fmla="*/ 553574 w 1157643"/>
              <a:gd name="connsiteY4" fmla="*/ 629512 h 1186207"/>
              <a:gd name="connsiteX5" fmla="*/ 1130397 w 1157643"/>
              <a:gd name="connsiteY5" fmla="*/ 648202 h 1186207"/>
              <a:gd name="connsiteX6" fmla="*/ 1127872 w 1157643"/>
              <a:gd name="connsiteY6" fmla="*/ 1183449 h 1186207"/>
              <a:gd name="connsiteX0" fmla="*/ 697424 w 1157643"/>
              <a:gd name="connsiteY0" fmla="*/ 476856 h 1188596"/>
              <a:gd name="connsiteX1" fmla="*/ 829201 w 1157643"/>
              <a:gd name="connsiteY1" fmla="*/ 673337 h 1188596"/>
              <a:gd name="connsiteX2" fmla="*/ 697424 w 1157643"/>
              <a:gd name="connsiteY2" fmla="*/ 476856 h 1188596"/>
              <a:gd name="connsiteX0" fmla="*/ 0 w 1157643"/>
              <a:gd name="connsiteY0" fmla="*/ 34008 h 1188596"/>
              <a:gd name="connsiteX1" fmla="*/ 241577 w 1157643"/>
              <a:gd name="connsiteY1" fmla="*/ 23037 h 1188596"/>
              <a:gd name="connsiteX2" fmla="*/ 255105 w 1157643"/>
              <a:gd name="connsiteY2" fmla="*/ 309391 h 1188596"/>
              <a:gd name="connsiteX3" fmla="*/ 625693 w 1157643"/>
              <a:gd name="connsiteY3" fmla="*/ 266250 h 1188596"/>
              <a:gd name="connsiteX4" fmla="*/ 553574 w 1157643"/>
              <a:gd name="connsiteY4" fmla="*/ 631901 h 1188596"/>
              <a:gd name="connsiteX5" fmla="*/ 1130397 w 1157643"/>
              <a:gd name="connsiteY5" fmla="*/ 650591 h 1188596"/>
              <a:gd name="connsiteX6" fmla="*/ 1127872 w 1157643"/>
              <a:gd name="connsiteY6" fmla="*/ 1185838 h 118859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55105 w 1157643"/>
              <a:gd name="connsiteY2" fmla="*/ 304701 h 1183906"/>
              <a:gd name="connsiteX3" fmla="*/ 625693 w 1157643"/>
              <a:gd name="connsiteY3" fmla="*/ 261560 h 1183906"/>
              <a:gd name="connsiteX4" fmla="*/ 553574 w 1157643"/>
              <a:gd name="connsiteY4" fmla="*/ 627211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55105 w 1157643"/>
              <a:gd name="connsiteY2" fmla="*/ 304701 h 1183906"/>
              <a:gd name="connsiteX3" fmla="*/ 625693 w 1157643"/>
              <a:gd name="connsiteY3" fmla="*/ 261560 h 1183906"/>
              <a:gd name="connsiteX4" fmla="*/ 553574 w 1157643"/>
              <a:gd name="connsiteY4" fmla="*/ 627211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3574 w 1157643"/>
              <a:gd name="connsiteY4" fmla="*/ 627211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3574 w 1157643"/>
              <a:gd name="connsiteY4" fmla="*/ 627211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3574 w 1157643"/>
              <a:gd name="connsiteY4" fmla="*/ 627211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3574 w 1157643"/>
              <a:gd name="connsiteY4" fmla="*/ 627211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3574 w 1157643"/>
              <a:gd name="connsiteY4" fmla="*/ 627211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3574 w 1157643"/>
              <a:gd name="connsiteY4" fmla="*/ 627211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7431 w 1157643"/>
              <a:gd name="connsiteY4" fmla="*/ 651898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7431 w 1157643"/>
              <a:gd name="connsiteY4" fmla="*/ 651898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57643"/>
              <a:gd name="connsiteY0" fmla="*/ 472166 h 1183906"/>
              <a:gd name="connsiteX1" fmla="*/ 829201 w 1157643"/>
              <a:gd name="connsiteY1" fmla="*/ 668647 h 1183906"/>
              <a:gd name="connsiteX2" fmla="*/ 697424 w 1157643"/>
              <a:gd name="connsiteY2" fmla="*/ 472166 h 1183906"/>
              <a:gd name="connsiteX0" fmla="*/ 0 w 1157643"/>
              <a:gd name="connsiteY0" fmla="*/ 29318 h 1183906"/>
              <a:gd name="connsiteX1" fmla="*/ 218799 w 1157643"/>
              <a:gd name="connsiteY1" fmla="*/ 24689 h 1183906"/>
              <a:gd name="connsiteX2" fmla="*/ 242525 w 1157643"/>
              <a:gd name="connsiteY2" fmla="*/ 306593 h 1183906"/>
              <a:gd name="connsiteX3" fmla="*/ 625693 w 1157643"/>
              <a:gd name="connsiteY3" fmla="*/ 261560 h 1183906"/>
              <a:gd name="connsiteX4" fmla="*/ 557431 w 1157643"/>
              <a:gd name="connsiteY4" fmla="*/ 651898 h 1183906"/>
              <a:gd name="connsiteX5" fmla="*/ 1130397 w 1157643"/>
              <a:gd name="connsiteY5" fmla="*/ 645901 h 1183906"/>
              <a:gd name="connsiteX6" fmla="*/ 1127872 w 1157643"/>
              <a:gd name="connsiteY6" fmla="*/ 1181148 h 1183906"/>
              <a:gd name="connsiteX0" fmla="*/ 697424 w 1177608"/>
              <a:gd name="connsiteY0" fmla="*/ 472166 h 1184112"/>
              <a:gd name="connsiteX1" fmla="*/ 829201 w 1177608"/>
              <a:gd name="connsiteY1" fmla="*/ 668647 h 1184112"/>
              <a:gd name="connsiteX2" fmla="*/ 697424 w 1177608"/>
              <a:gd name="connsiteY2" fmla="*/ 472166 h 1184112"/>
              <a:gd name="connsiteX0" fmla="*/ 0 w 1177608"/>
              <a:gd name="connsiteY0" fmla="*/ 29318 h 1184112"/>
              <a:gd name="connsiteX1" fmla="*/ 218799 w 1177608"/>
              <a:gd name="connsiteY1" fmla="*/ 24689 h 1184112"/>
              <a:gd name="connsiteX2" fmla="*/ 242525 w 1177608"/>
              <a:gd name="connsiteY2" fmla="*/ 306593 h 1184112"/>
              <a:gd name="connsiteX3" fmla="*/ 625693 w 1177608"/>
              <a:gd name="connsiteY3" fmla="*/ 261560 h 1184112"/>
              <a:gd name="connsiteX4" fmla="*/ 557431 w 1177608"/>
              <a:gd name="connsiteY4" fmla="*/ 651898 h 1184112"/>
              <a:gd name="connsiteX5" fmla="*/ 1130397 w 1177608"/>
              <a:gd name="connsiteY5" fmla="*/ 645901 h 1184112"/>
              <a:gd name="connsiteX6" fmla="*/ 1127872 w 1177608"/>
              <a:gd name="connsiteY6" fmla="*/ 1181148 h 1184112"/>
              <a:gd name="connsiteX0" fmla="*/ 697424 w 1163888"/>
              <a:gd name="connsiteY0" fmla="*/ 472166 h 1181148"/>
              <a:gd name="connsiteX1" fmla="*/ 829201 w 1163888"/>
              <a:gd name="connsiteY1" fmla="*/ 668647 h 1181148"/>
              <a:gd name="connsiteX2" fmla="*/ 697424 w 1163888"/>
              <a:gd name="connsiteY2" fmla="*/ 472166 h 1181148"/>
              <a:gd name="connsiteX0" fmla="*/ 0 w 1163888"/>
              <a:gd name="connsiteY0" fmla="*/ 29318 h 1181148"/>
              <a:gd name="connsiteX1" fmla="*/ 218799 w 1163888"/>
              <a:gd name="connsiteY1" fmla="*/ 24689 h 1181148"/>
              <a:gd name="connsiteX2" fmla="*/ 242525 w 1163888"/>
              <a:gd name="connsiteY2" fmla="*/ 306593 h 1181148"/>
              <a:gd name="connsiteX3" fmla="*/ 625693 w 1163888"/>
              <a:gd name="connsiteY3" fmla="*/ 261560 h 1181148"/>
              <a:gd name="connsiteX4" fmla="*/ 557431 w 1163888"/>
              <a:gd name="connsiteY4" fmla="*/ 651898 h 1181148"/>
              <a:gd name="connsiteX5" fmla="*/ 1130397 w 1163888"/>
              <a:gd name="connsiteY5" fmla="*/ 645901 h 1181148"/>
              <a:gd name="connsiteX6" fmla="*/ 1127872 w 1163888"/>
              <a:gd name="connsiteY6" fmla="*/ 1181148 h 1181148"/>
              <a:gd name="connsiteX0" fmla="*/ 697424 w 1174791"/>
              <a:gd name="connsiteY0" fmla="*/ 472166 h 1234410"/>
              <a:gd name="connsiteX1" fmla="*/ 829201 w 1174791"/>
              <a:gd name="connsiteY1" fmla="*/ 668647 h 1234410"/>
              <a:gd name="connsiteX2" fmla="*/ 697424 w 1174791"/>
              <a:gd name="connsiteY2" fmla="*/ 472166 h 1234410"/>
              <a:gd name="connsiteX0" fmla="*/ 0 w 1174791"/>
              <a:gd name="connsiteY0" fmla="*/ 29318 h 1234410"/>
              <a:gd name="connsiteX1" fmla="*/ 218799 w 1174791"/>
              <a:gd name="connsiteY1" fmla="*/ 24689 h 1234410"/>
              <a:gd name="connsiteX2" fmla="*/ 242525 w 1174791"/>
              <a:gd name="connsiteY2" fmla="*/ 306593 h 1234410"/>
              <a:gd name="connsiteX3" fmla="*/ 625693 w 1174791"/>
              <a:gd name="connsiteY3" fmla="*/ 261560 h 1234410"/>
              <a:gd name="connsiteX4" fmla="*/ 557431 w 1174791"/>
              <a:gd name="connsiteY4" fmla="*/ 651898 h 1234410"/>
              <a:gd name="connsiteX5" fmla="*/ 1130397 w 1174791"/>
              <a:gd name="connsiteY5" fmla="*/ 645901 h 1234410"/>
              <a:gd name="connsiteX6" fmla="*/ 1167885 w 1174791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70892"/>
              <a:gd name="connsiteY0" fmla="*/ 472166 h 1234410"/>
              <a:gd name="connsiteX1" fmla="*/ 829201 w 1170892"/>
              <a:gd name="connsiteY1" fmla="*/ 668647 h 1234410"/>
              <a:gd name="connsiteX2" fmla="*/ 697424 w 1170892"/>
              <a:gd name="connsiteY2" fmla="*/ 472166 h 1234410"/>
              <a:gd name="connsiteX0" fmla="*/ 0 w 1170892"/>
              <a:gd name="connsiteY0" fmla="*/ 29318 h 1234410"/>
              <a:gd name="connsiteX1" fmla="*/ 218799 w 1170892"/>
              <a:gd name="connsiteY1" fmla="*/ 24689 h 1234410"/>
              <a:gd name="connsiteX2" fmla="*/ 242525 w 1170892"/>
              <a:gd name="connsiteY2" fmla="*/ 306593 h 1234410"/>
              <a:gd name="connsiteX3" fmla="*/ 625693 w 1170892"/>
              <a:gd name="connsiteY3" fmla="*/ 261560 h 1234410"/>
              <a:gd name="connsiteX4" fmla="*/ 557431 w 1170892"/>
              <a:gd name="connsiteY4" fmla="*/ 651898 h 1234410"/>
              <a:gd name="connsiteX5" fmla="*/ 1130397 w 1170892"/>
              <a:gd name="connsiteY5" fmla="*/ 645901 h 1234410"/>
              <a:gd name="connsiteX6" fmla="*/ 1167885 w 1170892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25693 w 1167885"/>
              <a:gd name="connsiteY3" fmla="*/ 261560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42525 w 1167885"/>
              <a:gd name="connsiteY2" fmla="*/ 306593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30850 w 1167885"/>
              <a:gd name="connsiteY2" fmla="*/ 288914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30850 w 1167885"/>
              <a:gd name="connsiteY2" fmla="*/ 288914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2166 h 1234410"/>
              <a:gd name="connsiteX1" fmla="*/ 829201 w 1167885"/>
              <a:gd name="connsiteY1" fmla="*/ 668647 h 1234410"/>
              <a:gd name="connsiteX2" fmla="*/ 697424 w 1167885"/>
              <a:gd name="connsiteY2" fmla="*/ 472166 h 1234410"/>
              <a:gd name="connsiteX0" fmla="*/ 0 w 1167885"/>
              <a:gd name="connsiteY0" fmla="*/ 29318 h 1234410"/>
              <a:gd name="connsiteX1" fmla="*/ 218799 w 1167885"/>
              <a:gd name="connsiteY1" fmla="*/ 24689 h 1234410"/>
              <a:gd name="connsiteX2" fmla="*/ 230850 w 1167885"/>
              <a:gd name="connsiteY2" fmla="*/ 288914 h 1234410"/>
              <a:gd name="connsiteX3" fmla="*/ 612661 w 1167885"/>
              <a:gd name="connsiteY3" fmla="*/ 273238 h 1234410"/>
              <a:gd name="connsiteX4" fmla="*/ 557431 w 1167885"/>
              <a:gd name="connsiteY4" fmla="*/ 651898 h 1234410"/>
              <a:gd name="connsiteX5" fmla="*/ 1130397 w 1167885"/>
              <a:gd name="connsiteY5" fmla="*/ 645901 h 1234410"/>
              <a:gd name="connsiteX6" fmla="*/ 1167885 w 1167885"/>
              <a:gd name="connsiteY6" fmla="*/ 1234410 h 1234410"/>
              <a:gd name="connsiteX0" fmla="*/ 697424 w 1167885"/>
              <a:gd name="connsiteY0" fmla="*/ 476706 h 1238950"/>
              <a:gd name="connsiteX1" fmla="*/ 829201 w 1167885"/>
              <a:gd name="connsiteY1" fmla="*/ 673187 h 1238950"/>
              <a:gd name="connsiteX2" fmla="*/ 697424 w 1167885"/>
              <a:gd name="connsiteY2" fmla="*/ 476706 h 1238950"/>
              <a:gd name="connsiteX0" fmla="*/ 0 w 1167885"/>
              <a:gd name="connsiteY0" fmla="*/ 33858 h 1238950"/>
              <a:gd name="connsiteX1" fmla="*/ 218799 w 1167885"/>
              <a:gd name="connsiteY1" fmla="*/ 29229 h 1238950"/>
              <a:gd name="connsiteX2" fmla="*/ 230850 w 1167885"/>
              <a:gd name="connsiteY2" fmla="*/ 293454 h 1238950"/>
              <a:gd name="connsiteX3" fmla="*/ 612661 w 1167885"/>
              <a:gd name="connsiteY3" fmla="*/ 277778 h 1238950"/>
              <a:gd name="connsiteX4" fmla="*/ 557431 w 1167885"/>
              <a:gd name="connsiteY4" fmla="*/ 656438 h 1238950"/>
              <a:gd name="connsiteX5" fmla="*/ 1130397 w 1167885"/>
              <a:gd name="connsiteY5" fmla="*/ 650441 h 1238950"/>
              <a:gd name="connsiteX6" fmla="*/ 1167885 w 1167885"/>
              <a:gd name="connsiteY6" fmla="*/ 1238950 h 1238950"/>
              <a:gd name="connsiteX0" fmla="*/ 697424 w 1167885"/>
              <a:gd name="connsiteY0" fmla="*/ 476706 h 1238950"/>
              <a:gd name="connsiteX1" fmla="*/ 829201 w 1167885"/>
              <a:gd name="connsiteY1" fmla="*/ 673187 h 1238950"/>
              <a:gd name="connsiteX2" fmla="*/ 697424 w 1167885"/>
              <a:gd name="connsiteY2" fmla="*/ 476706 h 1238950"/>
              <a:gd name="connsiteX0" fmla="*/ 0 w 1167885"/>
              <a:gd name="connsiteY0" fmla="*/ 33858 h 1238950"/>
              <a:gd name="connsiteX1" fmla="*/ 218799 w 1167885"/>
              <a:gd name="connsiteY1" fmla="*/ 29229 h 1238950"/>
              <a:gd name="connsiteX2" fmla="*/ 230850 w 1167885"/>
              <a:gd name="connsiteY2" fmla="*/ 293454 h 1238950"/>
              <a:gd name="connsiteX3" fmla="*/ 612661 w 1167885"/>
              <a:gd name="connsiteY3" fmla="*/ 277778 h 1238950"/>
              <a:gd name="connsiteX4" fmla="*/ 557431 w 1167885"/>
              <a:gd name="connsiteY4" fmla="*/ 656438 h 1238950"/>
              <a:gd name="connsiteX5" fmla="*/ 1130397 w 1167885"/>
              <a:gd name="connsiteY5" fmla="*/ 650441 h 1238950"/>
              <a:gd name="connsiteX6" fmla="*/ 1167885 w 1167885"/>
              <a:gd name="connsiteY6" fmla="*/ 1238950 h 1238950"/>
              <a:gd name="connsiteX0" fmla="*/ 697424 w 1167885"/>
              <a:gd name="connsiteY0" fmla="*/ 476706 h 1238950"/>
              <a:gd name="connsiteX1" fmla="*/ 829201 w 1167885"/>
              <a:gd name="connsiteY1" fmla="*/ 673187 h 1238950"/>
              <a:gd name="connsiteX2" fmla="*/ 697424 w 1167885"/>
              <a:gd name="connsiteY2" fmla="*/ 476706 h 1238950"/>
              <a:gd name="connsiteX0" fmla="*/ 0 w 1167885"/>
              <a:gd name="connsiteY0" fmla="*/ 33858 h 1238950"/>
              <a:gd name="connsiteX1" fmla="*/ 218799 w 1167885"/>
              <a:gd name="connsiteY1" fmla="*/ 29229 h 1238950"/>
              <a:gd name="connsiteX2" fmla="*/ 230850 w 1167885"/>
              <a:gd name="connsiteY2" fmla="*/ 293454 h 1238950"/>
              <a:gd name="connsiteX3" fmla="*/ 612661 w 1167885"/>
              <a:gd name="connsiteY3" fmla="*/ 277778 h 1238950"/>
              <a:gd name="connsiteX4" fmla="*/ 557431 w 1167885"/>
              <a:gd name="connsiteY4" fmla="*/ 656438 h 1238950"/>
              <a:gd name="connsiteX5" fmla="*/ 1130397 w 1167885"/>
              <a:gd name="connsiteY5" fmla="*/ 650441 h 1238950"/>
              <a:gd name="connsiteX6" fmla="*/ 1167885 w 1167885"/>
              <a:gd name="connsiteY6" fmla="*/ 1238950 h 1238950"/>
              <a:gd name="connsiteX0" fmla="*/ 697424 w 1167885"/>
              <a:gd name="connsiteY0" fmla="*/ 476706 h 1238950"/>
              <a:gd name="connsiteX1" fmla="*/ 829201 w 1167885"/>
              <a:gd name="connsiteY1" fmla="*/ 673187 h 1238950"/>
              <a:gd name="connsiteX2" fmla="*/ 697424 w 1167885"/>
              <a:gd name="connsiteY2" fmla="*/ 476706 h 1238950"/>
              <a:gd name="connsiteX0" fmla="*/ 0 w 1167885"/>
              <a:gd name="connsiteY0" fmla="*/ 33858 h 1238950"/>
              <a:gd name="connsiteX1" fmla="*/ 218799 w 1167885"/>
              <a:gd name="connsiteY1" fmla="*/ 29229 h 1238950"/>
              <a:gd name="connsiteX2" fmla="*/ 230850 w 1167885"/>
              <a:gd name="connsiteY2" fmla="*/ 293454 h 1238950"/>
              <a:gd name="connsiteX3" fmla="*/ 612661 w 1167885"/>
              <a:gd name="connsiteY3" fmla="*/ 277778 h 1238950"/>
              <a:gd name="connsiteX4" fmla="*/ 557431 w 1167885"/>
              <a:gd name="connsiteY4" fmla="*/ 656438 h 1238950"/>
              <a:gd name="connsiteX5" fmla="*/ 1130397 w 1167885"/>
              <a:gd name="connsiteY5" fmla="*/ 650441 h 1238950"/>
              <a:gd name="connsiteX6" fmla="*/ 1167885 w 1167885"/>
              <a:gd name="connsiteY6" fmla="*/ 1238950 h 1238950"/>
              <a:gd name="connsiteX0" fmla="*/ 697424 w 1167885"/>
              <a:gd name="connsiteY0" fmla="*/ 476706 h 1238950"/>
              <a:gd name="connsiteX1" fmla="*/ 829201 w 1167885"/>
              <a:gd name="connsiteY1" fmla="*/ 673187 h 1238950"/>
              <a:gd name="connsiteX2" fmla="*/ 697424 w 1167885"/>
              <a:gd name="connsiteY2" fmla="*/ 476706 h 1238950"/>
              <a:gd name="connsiteX0" fmla="*/ 0 w 1167885"/>
              <a:gd name="connsiteY0" fmla="*/ 33858 h 1238950"/>
              <a:gd name="connsiteX1" fmla="*/ 218799 w 1167885"/>
              <a:gd name="connsiteY1" fmla="*/ 29229 h 1238950"/>
              <a:gd name="connsiteX2" fmla="*/ 230850 w 1167885"/>
              <a:gd name="connsiteY2" fmla="*/ 293454 h 1238950"/>
              <a:gd name="connsiteX3" fmla="*/ 612661 w 1167885"/>
              <a:gd name="connsiteY3" fmla="*/ 277778 h 1238950"/>
              <a:gd name="connsiteX4" fmla="*/ 564572 w 1167885"/>
              <a:gd name="connsiteY4" fmla="*/ 664110 h 1238950"/>
              <a:gd name="connsiteX5" fmla="*/ 1130397 w 1167885"/>
              <a:gd name="connsiteY5" fmla="*/ 650441 h 1238950"/>
              <a:gd name="connsiteX6" fmla="*/ 1167885 w 1167885"/>
              <a:gd name="connsiteY6" fmla="*/ 1238950 h 123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7885" h="1238950" stroke="0" extrusionOk="0">
                <a:moveTo>
                  <a:pt x="697424" y="476706"/>
                </a:moveTo>
                <a:lnTo>
                  <a:pt x="829201" y="673187"/>
                </a:lnTo>
                <a:lnTo>
                  <a:pt x="697424" y="476706"/>
                </a:lnTo>
                <a:close/>
              </a:path>
              <a:path w="1167885" h="1238950" fill="none">
                <a:moveTo>
                  <a:pt x="0" y="33858"/>
                </a:moveTo>
                <a:cubicBezTo>
                  <a:pt x="36088" y="23265"/>
                  <a:pt x="165833" y="-33884"/>
                  <a:pt x="218799" y="29229"/>
                </a:cubicBezTo>
                <a:cubicBezTo>
                  <a:pt x="303612" y="106015"/>
                  <a:pt x="184963" y="249042"/>
                  <a:pt x="230850" y="293454"/>
                </a:cubicBezTo>
                <a:cubicBezTo>
                  <a:pt x="294869" y="333989"/>
                  <a:pt x="513158" y="165429"/>
                  <a:pt x="612661" y="277778"/>
                </a:cubicBezTo>
                <a:cubicBezTo>
                  <a:pt x="738801" y="408473"/>
                  <a:pt x="510072" y="607907"/>
                  <a:pt x="564572" y="664110"/>
                </a:cubicBezTo>
                <a:cubicBezTo>
                  <a:pt x="651002" y="753502"/>
                  <a:pt x="979014" y="518223"/>
                  <a:pt x="1130397" y="650441"/>
                </a:cubicBezTo>
                <a:cubicBezTo>
                  <a:pt x="1243835" y="773787"/>
                  <a:pt x="1035752" y="1128284"/>
                  <a:pt x="1167885" y="1238950"/>
                </a:cubicBezTo>
              </a:path>
            </a:pathLst>
          </a:cu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6CEE4F-C657-492D-9507-28E241078F3D}"/>
              </a:ext>
            </a:extLst>
          </p:cNvPr>
          <p:cNvCxnSpPr>
            <a:cxnSpLocks/>
          </p:cNvCxnSpPr>
          <p:nvPr/>
        </p:nvCxnSpPr>
        <p:spPr>
          <a:xfrm>
            <a:off x="4957117" y="2608294"/>
            <a:ext cx="2494609" cy="2501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898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8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Angular wave function gives idea about the shape of orbital and depends upon m and l.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869860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Angular Part of Schrodinger Wave Equation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A0455-3B95-4AC1-BFEE-AD5FFCF978C4}"/>
              </a:ext>
            </a:extLst>
          </p:cNvPr>
          <p:cNvSpPr txBox="1"/>
          <p:nvPr/>
        </p:nvSpPr>
        <p:spPr>
          <a:xfrm>
            <a:off x="3311526" y="2009807"/>
            <a:ext cx="525621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On solving angular part of Schrodinger wave equation, we get different values of l and m which corresponds to different set of orbitals.</a:t>
            </a:r>
          </a:p>
        </p:txBody>
      </p:sp>
    </p:spTree>
    <p:extLst>
      <p:ext uri="{BB962C8B-B14F-4D97-AF65-F5344CB8AC3E}">
        <p14:creationId xmlns:p14="http://schemas.microsoft.com/office/powerpoint/2010/main" val="2448200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39838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l = 0 for s subshell for which 1 orbital is allowed.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869860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Angular Part of Schrodinger Wave Equation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A0455-3B95-4AC1-BFEE-AD5FFCF978C4}"/>
              </a:ext>
            </a:extLst>
          </p:cNvPr>
          <p:cNvSpPr txBox="1"/>
          <p:nvPr/>
        </p:nvSpPr>
        <p:spPr>
          <a:xfrm>
            <a:off x="3311526" y="2052667"/>
            <a:ext cx="5256212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The hydrogen s orbitals correspond to </a:t>
            </a:r>
            <a:r>
              <a:rPr lang="en-US" sz="1800" b="1" dirty="0">
                <a:solidFill>
                  <a:prstClr val="white"/>
                </a:solidFill>
                <a:latin typeface="MT Extra" panose="05050102010205020202" pitchFamily="18" charset="2"/>
              </a:rPr>
              <a:t>l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= 0 and only allow m</a:t>
            </a:r>
            <a:r>
              <a:rPr lang="en-US" sz="1800" b="1" baseline="-25000" dirty="0">
                <a:solidFill>
                  <a:prstClr val="white"/>
                </a:solidFill>
                <a:latin typeface="MT Extra" panose="05050102010205020202" pitchFamily="18" charset="2"/>
              </a:rPr>
              <a:t>l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= 0. In this case, the solution for the angular wavefunction, Y</a:t>
            </a:r>
            <a:r>
              <a:rPr lang="en-US" sz="1800" baseline="-250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0,0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 (</a:t>
            </a:r>
            <a:r>
              <a:rPr lang="en-US" sz="1800" b="1" dirty="0" err="1">
                <a:solidFill>
                  <a:prstClr val="white"/>
                </a:solidFill>
                <a:latin typeface="Symbol" panose="05050102010706020507" pitchFamily="18" charset="2"/>
              </a:rPr>
              <a:t>q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,</a:t>
            </a:r>
            <a:r>
              <a:rPr lang="en-US" sz="1800" b="1" dirty="0" err="1">
                <a:solidFill>
                  <a:prstClr val="white"/>
                </a:solidFill>
                <a:latin typeface="Symbol" panose="05050102010706020507" pitchFamily="18" charset="2"/>
              </a:rPr>
              <a:t>f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) is a constant. As a result, the </a:t>
            </a:r>
            <a:r>
              <a:rPr lang="en-US" sz="1800" b="1" dirty="0">
                <a:solidFill>
                  <a:prstClr val="white"/>
                </a:solidFill>
                <a:latin typeface="Symbol" panose="05050102010706020507" pitchFamily="18" charset="2"/>
              </a:rPr>
              <a:t>y</a:t>
            </a:r>
            <a:r>
              <a:rPr lang="en-US" sz="1800" baseline="-250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n,0,0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r,</a:t>
            </a:r>
            <a:r>
              <a:rPr lang="en-US" sz="1800" b="1" dirty="0" err="1">
                <a:solidFill>
                  <a:prstClr val="white"/>
                </a:solidFill>
                <a:latin typeface="Symbol" panose="05050102010706020507" pitchFamily="18" charset="2"/>
              </a:rPr>
              <a:t>q</a:t>
            </a:r>
            <a:r>
              <a:rPr lang="en-US" sz="1800" dirty="0" err="1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,</a:t>
            </a:r>
            <a:r>
              <a:rPr lang="en-US" sz="1800" b="1" dirty="0" err="1">
                <a:solidFill>
                  <a:prstClr val="white"/>
                </a:solidFill>
                <a:latin typeface="Symbol" panose="05050102010706020507" pitchFamily="18" charset="2"/>
              </a:rPr>
              <a:t>f</a:t>
            </a:r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) wavefunction only depend on r and the s orbitals are all spherical in shape.</a:t>
            </a:r>
          </a:p>
        </p:txBody>
      </p:sp>
    </p:spTree>
    <p:extLst>
      <p:ext uri="{BB962C8B-B14F-4D97-AF65-F5344CB8AC3E}">
        <p14:creationId xmlns:p14="http://schemas.microsoft.com/office/powerpoint/2010/main" val="475227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B4625-334D-4529-BE51-83ECF5B728F8}"/>
              </a:ext>
            </a:extLst>
          </p:cNvPr>
          <p:cNvSpPr txBox="1"/>
          <p:nvPr/>
        </p:nvSpPr>
        <p:spPr>
          <a:xfrm>
            <a:off x="3311526" y="1250316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l = 1 for p subshell for which 3 orbitals are allowed.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B4BC1DB-CE0B-4BDE-80CB-402819D274A2}"/>
              </a:ext>
            </a:extLst>
          </p:cNvPr>
          <p:cNvSpPr/>
          <p:nvPr/>
        </p:nvSpPr>
        <p:spPr>
          <a:xfrm>
            <a:off x="3311526" y="301083"/>
            <a:ext cx="3869860" cy="64221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/>
            <a:r>
              <a:rPr lang="en-US" sz="18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Angular Part of Schrodinger Wave Equation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A0455-3B95-4AC1-BFEE-AD5FFCF978C4}"/>
              </a:ext>
            </a:extLst>
          </p:cNvPr>
          <p:cNvSpPr txBox="1"/>
          <p:nvPr/>
        </p:nvSpPr>
        <p:spPr>
          <a:xfrm>
            <a:off x="3311526" y="2038381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l = 2 for d subshell for which 5 orbitals are allowed.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6E20F-6FF2-40CF-BC86-09D12B84138A}"/>
              </a:ext>
            </a:extLst>
          </p:cNvPr>
          <p:cNvSpPr txBox="1"/>
          <p:nvPr/>
        </p:nvSpPr>
        <p:spPr>
          <a:xfrm>
            <a:off x="3311526" y="2864546"/>
            <a:ext cx="52562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/>
            <a:r>
              <a:rPr lang="en-US" sz="1800" dirty="0">
                <a:solidFill>
                  <a:prstClr val="white"/>
                </a:solidFill>
                <a:latin typeface="Montserrat SemiBold" panose="00000700000000000000" pitchFamily="2" charset="0"/>
                <a:cs typeface="Arial" pitchFamily="34" charset="0"/>
              </a:rPr>
              <a:t>l = 3 for f subshell for which 7 orbitals are allowed. </a:t>
            </a:r>
          </a:p>
        </p:txBody>
      </p:sp>
    </p:spTree>
    <p:extLst>
      <p:ext uri="{BB962C8B-B14F-4D97-AF65-F5344CB8AC3E}">
        <p14:creationId xmlns:p14="http://schemas.microsoft.com/office/powerpoint/2010/main" val="3525210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DA1CDE-D0F2-40A7-97BE-3B7DA77C8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145" y="1247458"/>
            <a:ext cx="4854222" cy="3276600"/>
          </a:xfrm>
          <a:prstGeom prst="rect">
            <a:avLst/>
          </a:prstGeo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C2AAE87E-B8FC-4AFF-A6D7-AEBA29E2F6E1}"/>
              </a:ext>
            </a:extLst>
          </p:cNvPr>
          <p:cNvSpPr/>
          <p:nvPr/>
        </p:nvSpPr>
        <p:spPr>
          <a:xfrm>
            <a:off x="3319145" y="511293"/>
            <a:ext cx="3691924" cy="43200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en-US" sz="20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Shape of Atomic Orbitals</a:t>
            </a:r>
          </a:p>
        </p:txBody>
      </p:sp>
      <p:pic>
        <p:nvPicPr>
          <p:cNvPr id="2" name="Picture 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21FBEC1E-77E5-6CD3-5302-DAAC7445A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58" y="248666"/>
            <a:ext cx="933412" cy="4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3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C96D99-3457-49D5-99FA-7AB06373B58E}"/>
              </a:ext>
            </a:extLst>
          </p:cNvPr>
          <p:cNvSpPr txBox="1"/>
          <p:nvPr/>
        </p:nvSpPr>
        <p:spPr>
          <a:xfrm>
            <a:off x="3311525" y="1239838"/>
            <a:ext cx="525621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8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s orbital is spherical in shape and has zero nodal plane.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0C9CC47-9EE9-4AB3-B7B6-F26074257C94}"/>
              </a:ext>
            </a:extLst>
          </p:cNvPr>
          <p:cNvGrpSpPr/>
          <p:nvPr/>
        </p:nvGrpSpPr>
        <p:grpSpPr>
          <a:xfrm>
            <a:off x="4143981" y="2128889"/>
            <a:ext cx="2839447" cy="2229270"/>
            <a:chOff x="4143980" y="1743454"/>
            <a:chExt cx="2839447" cy="2229270"/>
          </a:xfrm>
        </p:grpSpPr>
        <p:pic>
          <p:nvPicPr>
            <p:cNvPr id="18" name="Picture 17" descr="Diagram&#10;&#10;Description automatically generated">
              <a:extLst>
                <a:ext uri="{FF2B5EF4-FFF2-40B4-BE49-F238E27FC236}">
                  <a16:creationId xmlns:a16="http://schemas.microsoft.com/office/drawing/2014/main" id="{29C5B71C-B439-417C-AF7F-ADA7579BD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3980" y="1932558"/>
              <a:ext cx="2839447" cy="1877401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77218CD-8425-4548-B718-39B46316EDA5}"/>
                </a:ext>
              </a:extLst>
            </p:cNvPr>
            <p:cNvGrpSpPr/>
            <p:nvPr/>
          </p:nvGrpSpPr>
          <p:grpSpPr>
            <a:xfrm>
              <a:off x="5555236" y="1743454"/>
              <a:ext cx="1197461" cy="2229270"/>
              <a:chOff x="5555236" y="1743454"/>
              <a:chExt cx="1197461" cy="222927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667BE0-2F74-45C7-B2EF-C80146272575}"/>
                  </a:ext>
                </a:extLst>
              </p:cNvPr>
              <p:cNvSpPr txBox="1"/>
              <p:nvPr/>
            </p:nvSpPr>
            <p:spPr>
              <a:xfrm>
                <a:off x="5563703" y="1743454"/>
                <a:ext cx="1984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4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z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AF3FF6-C7FE-4558-80E9-27B4F3617BC0}"/>
                  </a:ext>
                </a:extLst>
              </p:cNvPr>
              <p:cNvSpPr txBox="1"/>
              <p:nvPr/>
            </p:nvSpPr>
            <p:spPr>
              <a:xfrm>
                <a:off x="6245226" y="2099054"/>
                <a:ext cx="1984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4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y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CA0273D-EB16-4D76-BBB8-D2A197FA7051}"/>
                  </a:ext>
                </a:extLst>
              </p:cNvPr>
              <p:cNvSpPr txBox="1"/>
              <p:nvPr/>
            </p:nvSpPr>
            <p:spPr>
              <a:xfrm>
                <a:off x="6554260" y="2763536"/>
                <a:ext cx="1984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4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x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B3AFA0-31B4-47D6-BE8E-CF5EA3AE722D}"/>
                  </a:ext>
                </a:extLst>
              </p:cNvPr>
              <p:cNvSpPr txBox="1"/>
              <p:nvPr/>
            </p:nvSpPr>
            <p:spPr>
              <a:xfrm>
                <a:off x="5555236" y="3757280"/>
                <a:ext cx="1984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4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s</a:t>
                </a:r>
              </a:p>
            </p:txBody>
          </p:sp>
        </p:grpSp>
      </p:grp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265553B4-57B9-90A8-FFEB-463B936406FD}"/>
              </a:ext>
            </a:extLst>
          </p:cNvPr>
          <p:cNvSpPr/>
          <p:nvPr/>
        </p:nvSpPr>
        <p:spPr>
          <a:xfrm>
            <a:off x="3319145" y="511293"/>
            <a:ext cx="3691924" cy="43200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en-US" sz="20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Shape of Atomic Orbitals</a:t>
            </a:r>
          </a:p>
        </p:txBody>
      </p:sp>
      <p:pic>
        <p:nvPicPr>
          <p:cNvPr id="2" name="Picture 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21FBEC1E-77E5-6CD3-5302-DAAC7445A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7" y="271979"/>
            <a:ext cx="933412" cy="4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500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C96D99-3457-49D5-99FA-7AB06373B58E}"/>
              </a:ext>
            </a:extLst>
          </p:cNvPr>
          <p:cNvSpPr txBox="1"/>
          <p:nvPr/>
        </p:nvSpPr>
        <p:spPr>
          <a:xfrm>
            <a:off x="3311525" y="1246911"/>
            <a:ext cx="525621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8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p orbital has dumb-bell shape, and each orbital has 1 nodal plane.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4AA11-EB51-482C-8C2F-437F8C0D2A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89" b="27044"/>
          <a:stretch/>
        </p:blipFill>
        <p:spPr>
          <a:xfrm>
            <a:off x="3255838" y="2379867"/>
            <a:ext cx="5316237" cy="13327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38F3F5-CF6B-4E02-A5E6-B79D9159A7DD}"/>
              </a:ext>
            </a:extLst>
          </p:cNvPr>
          <p:cNvSpPr txBox="1"/>
          <p:nvPr/>
        </p:nvSpPr>
        <p:spPr>
          <a:xfrm>
            <a:off x="4050312" y="2217761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6FB9F-83CB-4CA0-B58B-4664B85BBBE8}"/>
              </a:ext>
            </a:extLst>
          </p:cNvPr>
          <p:cNvSpPr txBox="1"/>
          <p:nvPr/>
        </p:nvSpPr>
        <p:spPr>
          <a:xfrm>
            <a:off x="4602444" y="2492371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1738F-99C6-418D-91A8-BD2FE5DFE0DD}"/>
              </a:ext>
            </a:extLst>
          </p:cNvPr>
          <p:cNvSpPr txBox="1"/>
          <p:nvPr/>
        </p:nvSpPr>
        <p:spPr>
          <a:xfrm>
            <a:off x="4816120" y="2993729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FCC551-BC1E-4EB2-A37E-BA84F6BEBC58}"/>
              </a:ext>
            </a:extLst>
          </p:cNvPr>
          <p:cNvSpPr txBox="1"/>
          <p:nvPr/>
        </p:nvSpPr>
        <p:spPr>
          <a:xfrm>
            <a:off x="4050311" y="3659280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p</a:t>
            </a:r>
            <a:r>
              <a:rPr lang="en-US" sz="1400" baseline="-250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x</a:t>
            </a:r>
            <a:endParaRPr lang="en-US" sz="1400" dirty="0">
              <a:solidFill>
                <a:prstClr val="white">
                  <a:lumMod val="95000"/>
                </a:prstClr>
              </a:solidFill>
              <a:latin typeface="Montserrat SemiBold" panose="00000700000000000000" pitchFamily="2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67D5D0-8F94-41B9-AF7C-A80A4C21C00C}"/>
              </a:ext>
            </a:extLst>
          </p:cNvPr>
          <p:cNvSpPr txBox="1"/>
          <p:nvPr/>
        </p:nvSpPr>
        <p:spPr>
          <a:xfrm>
            <a:off x="5758509" y="3659280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 err="1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p</a:t>
            </a:r>
            <a:r>
              <a:rPr lang="en-US" sz="1400" baseline="-25000" dirty="0" err="1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z</a:t>
            </a:r>
            <a:endParaRPr lang="en-US" sz="1400" dirty="0">
              <a:solidFill>
                <a:prstClr val="white">
                  <a:lumMod val="95000"/>
                </a:prstClr>
              </a:solidFill>
              <a:latin typeface="Montserrat SemiBold" panose="00000700000000000000" pitchFamily="2" charset="0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99D52A-8003-4F42-B5C1-0C07E1765780}"/>
              </a:ext>
            </a:extLst>
          </p:cNvPr>
          <p:cNvSpPr txBox="1"/>
          <p:nvPr/>
        </p:nvSpPr>
        <p:spPr>
          <a:xfrm>
            <a:off x="7466707" y="3659280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 err="1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p</a:t>
            </a:r>
            <a:r>
              <a:rPr lang="en-US" sz="1400" baseline="-25000" dirty="0" err="1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y</a:t>
            </a:r>
            <a:endParaRPr lang="en-US" sz="1400" dirty="0">
              <a:solidFill>
                <a:prstClr val="white">
                  <a:lumMod val="95000"/>
                </a:prstClr>
              </a:solidFill>
              <a:latin typeface="Montserrat SemiBold" panose="00000700000000000000" pitchFamily="2" charset="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A3D20-64FC-4075-800B-DE7A0D720617}"/>
              </a:ext>
            </a:extLst>
          </p:cNvPr>
          <p:cNvSpPr txBox="1"/>
          <p:nvPr/>
        </p:nvSpPr>
        <p:spPr>
          <a:xfrm>
            <a:off x="5789337" y="2217761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A09A2-E226-4B56-9ACF-F2112F64A148}"/>
              </a:ext>
            </a:extLst>
          </p:cNvPr>
          <p:cNvSpPr txBox="1"/>
          <p:nvPr/>
        </p:nvSpPr>
        <p:spPr>
          <a:xfrm>
            <a:off x="6312227" y="2492371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A077EC-D894-4A94-A03C-B2E97E553A5C}"/>
              </a:ext>
            </a:extLst>
          </p:cNvPr>
          <p:cNvSpPr txBox="1"/>
          <p:nvPr/>
        </p:nvSpPr>
        <p:spPr>
          <a:xfrm>
            <a:off x="6525903" y="2993729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6768CB-2095-4CC7-92E6-A88FB85A726D}"/>
              </a:ext>
            </a:extLst>
          </p:cNvPr>
          <p:cNvSpPr txBox="1"/>
          <p:nvPr/>
        </p:nvSpPr>
        <p:spPr>
          <a:xfrm>
            <a:off x="7482169" y="2217761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432C6B-D5F9-449F-98F6-DD8C27065B84}"/>
              </a:ext>
            </a:extLst>
          </p:cNvPr>
          <p:cNvSpPr txBox="1"/>
          <p:nvPr/>
        </p:nvSpPr>
        <p:spPr>
          <a:xfrm>
            <a:off x="8035539" y="2492371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12DC90-8146-48CB-ABC6-C7015ADC62C2}"/>
              </a:ext>
            </a:extLst>
          </p:cNvPr>
          <p:cNvSpPr txBox="1"/>
          <p:nvPr/>
        </p:nvSpPr>
        <p:spPr>
          <a:xfrm>
            <a:off x="8233975" y="2993729"/>
            <a:ext cx="19843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4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x</a:t>
            </a: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A71EC1B1-DBFC-44DF-24BE-D59F77E804F2}"/>
              </a:ext>
            </a:extLst>
          </p:cNvPr>
          <p:cNvSpPr/>
          <p:nvPr/>
        </p:nvSpPr>
        <p:spPr>
          <a:xfrm>
            <a:off x="3319145" y="511293"/>
            <a:ext cx="3691924" cy="43200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en-US" sz="20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Shape of Atomic Orbitals</a:t>
            </a:r>
          </a:p>
        </p:txBody>
      </p:sp>
      <p:pic>
        <p:nvPicPr>
          <p:cNvPr id="2" name="Picture 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21FBEC1E-77E5-6CD3-5302-DAAC7445A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51" y="188843"/>
            <a:ext cx="933412" cy="4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88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C96D99-3457-49D5-99FA-7AB06373B58E}"/>
              </a:ext>
            </a:extLst>
          </p:cNvPr>
          <p:cNvSpPr txBox="1"/>
          <p:nvPr/>
        </p:nvSpPr>
        <p:spPr>
          <a:xfrm>
            <a:off x="3311525" y="1239838"/>
            <a:ext cx="525621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Axial orbitals: </a:t>
            </a:r>
            <a:r>
              <a:rPr lang="en-US" sz="18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orbitals in which lobes are present on the axis.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58BA29-DB5C-414C-9642-E9A47F6B9110}"/>
              </a:ext>
            </a:extLst>
          </p:cNvPr>
          <p:cNvSpPr txBox="1"/>
          <p:nvPr/>
        </p:nvSpPr>
        <p:spPr>
          <a:xfrm>
            <a:off x="3319145" y="2128888"/>
            <a:ext cx="52485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800" dirty="0">
                <a:solidFill>
                  <a:srgbClr val="FFFF00"/>
                </a:solidFill>
                <a:latin typeface="Montserrat SemiBold" panose="00000700000000000000" pitchFamily="2" charset="0"/>
                <a:cs typeface="Arial" pitchFamily="34" charset="0"/>
              </a:rPr>
              <a:t>Non-axial orbitals:</a:t>
            </a:r>
            <a:r>
              <a:rPr lang="en-US" sz="18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 orbitals in which lobes are present in between the axis.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DCC9725D-163A-45EC-087E-C7CACDC44E87}"/>
              </a:ext>
            </a:extLst>
          </p:cNvPr>
          <p:cNvSpPr/>
          <p:nvPr/>
        </p:nvSpPr>
        <p:spPr>
          <a:xfrm>
            <a:off x="3319145" y="511293"/>
            <a:ext cx="3691924" cy="43200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en-US" sz="20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Shape of Atomic Orbitals</a:t>
            </a:r>
          </a:p>
        </p:txBody>
      </p:sp>
      <p:pic>
        <p:nvPicPr>
          <p:cNvPr id="2" name="Picture 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21FBEC1E-77E5-6CD3-5302-DAAC7445A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34" y="271979"/>
            <a:ext cx="933412" cy="4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73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C96D99-3457-49D5-99FA-7AB06373B58E}"/>
              </a:ext>
            </a:extLst>
          </p:cNvPr>
          <p:cNvSpPr txBox="1"/>
          <p:nvPr/>
        </p:nvSpPr>
        <p:spPr>
          <a:xfrm>
            <a:off x="3311525" y="1252636"/>
            <a:ext cx="525621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8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d orbital has double dumb-bell shape, and each orbital has 2 nodal planes with one exceptional case. 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E8D7B56-F20B-4982-A25C-A6687C46EEC7}"/>
              </a:ext>
            </a:extLst>
          </p:cNvPr>
          <p:cNvGrpSpPr/>
          <p:nvPr/>
        </p:nvGrpSpPr>
        <p:grpSpPr>
          <a:xfrm>
            <a:off x="3250431" y="2409240"/>
            <a:ext cx="5370648" cy="1440471"/>
            <a:chOff x="3197089" y="2405887"/>
            <a:chExt cx="5610439" cy="1504786"/>
          </a:xfrm>
        </p:grpSpPr>
        <p:pic>
          <p:nvPicPr>
            <p:cNvPr id="3" name="Picture 2" descr="A picture containing dark&#10;&#10;Description automatically generated">
              <a:extLst>
                <a:ext uri="{FF2B5EF4-FFF2-40B4-BE49-F238E27FC236}">
                  <a16:creationId xmlns:a16="http://schemas.microsoft.com/office/drawing/2014/main" id="{5B3DE644-4D6C-4390-B52E-61D3CF68B2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149" b="25491"/>
            <a:stretch/>
          </p:blipFill>
          <p:spPr>
            <a:xfrm>
              <a:off x="3197089" y="2596816"/>
              <a:ext cx="5599288" cy="127118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CAB78B-F091-47E8-B1D5-95C782CC095F}"/>
                </a:ext>
              </a:extLst>
            </p:cNvPr>
            <p:cNvSpPr txBox="1"/>
            <p:nvPr/>
          </p:nvSpPr>
          <p:spPr>
            <a:xfrm>
              <a:off x="3661569" y="24058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D57099-5863-4B1C-9B23-EEC581154196}"/>
                </a:ext>
              </a:extLst>
            </p:cNvPr>
            <p:cNvSpPr txBox="1"/>
            <p:nvPr/>
          </p:nvSpPr>
          <p:spPr>
            <a:xfrm>
              <a:off x="4825739" y="24058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A89061-8417-4200-961D-CFBF6E19145A}"/>
                </a:ext>
              </a:extLst>
            </p:cNvPr>
            <p:cNvSpPr txBox="1"/>
            <p:nvPr/>
          </p:nvSpPr>
          <p:spPr>
            <a:xfrm>
              <a:off x="5890690" y="24058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D4FFAF-03C6-4C0A-A487-13C9FE57B23F}"/>
                </a:ext>
              </a:extLst>
            </p:cNvPr>
            <p:cNvSpPr txBox="1"/>
            <p:nvPr/>
          </p:nvSpPr>
          <p:spPr>
            <a:xfrm>
              <a:off x="6962785" y="24058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EC3EB6-45AC-4B44-A487-B7F8FC21F3AA}"/>
                </a:ext>
              </a:extLst>
            </p:cNvPr>
            <p:cNvSpPr txBox="1"/>
            <p:nvPr/>
          </p:nvSpPr>
          <p:spPr>
            <a:xfrm>
              <a:off x="8034880" y="24058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41B0D5-62EE-4E44-8515-0FCC62C9EFA2}"/>
                </a:ext>
              </a:extLst>
            </p:cNvPr>
            <p:cNvSpPr txBox="1"/>
            <p:nvPr/>
          </p:nvSpPr>
          <p:spPr>
            <a:xfrm>
              <a:off x="7539580" y="28630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59B9A0-F3CF-4D29-817C-717AFF65AF3A}"/>
                </a:ext>
              </a:extLst>
            </p:cNvPr>
            <p:cNvSpPr txBox="1"/>
            <p:nvPr/>
          </p:nvSpPr>
          <p:spPr>
            <a:xfrm>
              <a:off x="8597940" y="28630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CDF461-AEA8-4F77-89FB-32E471B98D3D}"/>
                </a:ext>
              </a:extLst>
            </p:cNvPr>
            <p:cNvSpPr txBox="1"/>
            <p:nvPr/>
          </p:nvSpPr>
          <p:spPr>
            <a:xfrm>
              <a:off x="6443663" y="28630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8DB3B1-3928-46D3-91A5-5D14474FD78B}"/>
                </a:ext>
              </a:extLst>
            </p:cNvPr>
            <p:cNvSpPr txBox="1"/>
            <p:nvPr/>
          </p:nvSpPr>
          <p:spPr>
            <a:xfrm>
              <a:off x="5385303" y="28630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D8E9E50-B10F-4C23-89B3-CD9340136A91}"/>
                </a:ext>
              </a:extLst>
            </p:cNvPr>
            <p:cNvSpPr txBox="1"/>
            <p:nvPr/>
          </p:nvSpPr>
          <p:spPr>
            <a:xfrm>
              <a:off x="4220011" y="286308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C77DD2-BB35-48F0-80CB-3AA48273E43D}"/>
                </a:ext>
              </a:extLst>
            </p:cNvPr>
            <p:cNvSpPr txBox="1"/>
            <p:nvPr/>
          </p:nvSpPr>
          <p:spPr>
            <a:xfrm>
              <a:off x="4287479" y="330679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DDE5CE8-EBC0-4601-ACA9-9219D9CD8128}"/>
                </a:ext>
              </a:extLst>
            </p:cNvPr>
            <p:cNvSpPr txBox="1"/>
            <p:nvPr/>
          </p:nvSpPr>
          <p:spPr>
            <a:xfrm>
              <a:off x="5398003" y="330679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833813-4C70-4FD6-B834-F1F412E25291}"/>
                </a:ext>
              </a:extLst>
            </p:cNvPr>
            <p:cNvSpPr txBox="1"/>
            <p:nvPr/>
          </p:nvSpPr>
          <p:spPr>
            <a:xfrm>
              <a:off x="6470069" y="330679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7754CE-BA51-44AB-B596-9BF0AE6DE62D}"/>
                </a:ext>
              </a:extLst>
            </p:cNvPr>
            <p:cNvSpPr txBox="1"/>
            <p:nvPr/>
          </p:nvSpPr>
          <p:spPr>
            <a:xfrm>
              <a:off x="7539580" y="330679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6A3A84-CC90-4E85-A8B2-DA0508F83502}"/>
                </a:ext>
              </a:extLst>
            </p:cNvPr>
            <p:cNvSpPr txBox="1"/>
            <p:nvPr/>
          </p:nvSpPr>
          <p:spPr>
            <a:xfrm>
              <a:off x="3562350" y="3682529"/>
              <a:ext cx="29765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d</a:t>
              </a:r>
              <a:r>
                <a:rPr lang="en-US" sz="1300" baseline="-250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xy</a:t>
              </a:r>
              <a:endParaRPr lang="en-US" sz="1300" baseline="-250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08B480-2838-4A2D-8FA4-D05CDC424511}"/>
                </a:ext>
              </a:extLst>
            </p:cNvPr>
            <p:cNvSpPr txBox="1"/>
            <p:nvPr/>
          </p:nvSpPr>
          <p:spPr>
            <a:xfrm>
              <a:off x="4776129" y="3682529"/>
              <a:ext cx="29765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d</a:t>
              </a:r>
              <a:r>
                <a:rPr lang="en-US" sz="1300" baseline="-250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xz</a:t>
              </a:r>
              <a:endParaRPr lang="en-US" sz="1300" baseline="-250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B17DB4-5B49-4AC1-904E-4CC2CD4F446B}"/>
                </a:ext>
              </a:extLst>
            </p:cNvPr>
            <p:cNvSpPr txBox="1"/>
            <p:nvPr/>
          </p:nvSpPr>
          <p:spPr>
            <a:xfrm>
              <a:off x="5841080" y="3682529"/>
              <a:ext cx="29765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d</a:t>
              </a:r>
              <a:r>
                <a:rPr lang="en-US" sz="1300" baseline="-250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xz</a:t>
              </a:r>
              <a:endParaRPr lang="en-US" sz="1300" baseline="-250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7B7DB48-7A42-478C-89EC-FFB28FC2EE3A}"/>
                </a:ext>
              </a:extLst>
            </p:cNvPr>
            <p:cNvSpPr txBox="1"/>
            <p:nvPr/>
          </p:nvSpPr>
          <p:spPr>
            <a:xfrm>
              <a:off x="6095477" y="3767044"/>
              <a:ext cx="99217" cy="1436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baseline="300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C03068-51F1-42B3-8729-D3AA18C1E78D}"/>
                </a:ext>
              </a:extLst>
            </p:cNvPr>
            <p:cNvSpPr txBox="1"/>
            <p:nvPr/>
          </p:nvSpPr>
          <p:spPr>
            <a:xfrm>
              <a:off x="6870273" y="3682529"/>
              <a:ext cx="29765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d</a:t>
              </a:r>
              <a:r>
                <a:rPr lang="en-US" sz="1300" baseline="-250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yz</a:t>
              </a:r>
              <a:endParaRPr lang="en-US" sz="1300" baseline="-250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F1D4709-8ED9-4B45-B70A-91F88AE9F43C}"/>
                </a:ext>
              </a:extLst>
            </p:cNvPr>
            <p:cNvGrpSpPr/>
            <p:nvPr/>
          </p:nvGrpSpPr>
          <p:grpSpPr>
            <a:xfrm>
              <a:off x="7867717" y="3682529"/>
              <a:ext cx="284038" cy="228144"/>
              <a:chOff x="7867717" y="3682529"/>
              <a:chExt cx="284038" cy="22814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9986BE-3278-4F32-9E27-9AB19121E865}"/>
                  </a:ext>
                </a:extLst>
              </p:cNvPr>
              <p:cNvSpPr txBox="1"/>
              <p:nvPr/>
            </p:nvSpPr>
            <p:spPr>
              <a:xfrm>
                <a:off x="7867717" y="3682529"/>
                <a:ext cx="22237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d</a:t>
                </a:r>
                <a:r>
                  <a:rPr lang="en-US" sz="1300" baseline="-250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x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96748FB-5B8F-4D96-AD94-34985413FCFC}"/>
                  </a:ext>
                </a:extLst>
              </p:cNvPr>
              <p:cNvSpPr txBox="1"/>
              <p:nvPr/>
            </p:nvSpPr>
            <p:spPr>
              <a:xfrm>
                <a:off x="8052538" y="3767044"/>
                <a:ext cx="99217" cy="1436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baseline="300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2</a:t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9D95130-9371-4CB1-B499-E229A08479EB}"/>
                </a:ext>
              </a:extLst>
            </p:cNvPr>
            <p:cNvSpPr txBox="1"/>
            <p:nvPr/>
          </p:nvSpPr>
          <p:spPr>
            <a:xfrm>
              <a:off x="8193614" y="3682529"/>
              <a:ext cx="1664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–</a:t>
              </a:r>
              <a:endParaRPr lang="en-US" sz="1300" baseline="-250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6923C7F-524A-4566-A99C-711B8764637C}"/>
                </a:ext>
              </a:extLst>
            </p:cNvPr>
            <p:cNvGrpSpPr/>
            <p:nvPr/>
          </p:nvGrpSpPr>
          <p:grpSpPr>
            <a:xfrm>
              <a:off x="8313902" y="3682529"/>
              <a:ext cx="222370" cy="206810"/>
              <a:chOff x="7867717" y="3682529"/>
              <a:chExt cx="222370" cy="206810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C4501C-380E-4903-8F96-76D6775FFF79}"/>
                  </a:ext>
                </a:extLst>
              </p:cNvPr>
              <p:cNvSpPr txBox="1"/>
              <p:nvPr/>
            </p:nvSpPr>
            <p:spPr>
              <a:xfrm>
                <a:off x="7867717" y="3682529"/>
                <a:ext cx="222370" cy="1436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baseline="-250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y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728252-8E94-4578-AB9B-36964AB36708}"/>
                  </a:ext>
                </a:extLst>
              </p:cNvPr>
              <p:cNvSpPr txBox="1"/>
              <p:nvPr/>
            </p:nvSpPr>
            <p:spPr>
              <a:xfrm>
                <a:off x="7944676" y="3745710"/>
                <a:ext cx="99217" cy="1436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baseline="300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2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49C0CD-E39F-42A6-8675-E5BC202DF24B}"/>
                </a:ext>
              </a:extLst>
            </p:cNvPr>
            <p:cNvSpPr txBox="1"/>
            <p:nvPr/>
          </p:nvSpPr>
          <p:spPr>
            <a:xfrm>
              <a:off x="8609091" y="3306797"/>
              <a:ext cx="19843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</p:grpSp>
      <p:sp>
        <p:nvSpPr>
          <p:cNvPr id="35" name="Rectangle: Diagonal Corners Rounded 34">
            <a:extLst>
              <a:ext uri="{FF2B5EF4-FFF2-40B4-BE49-F238E27FC236}">
                <a16:creationId xmlns:a16="http://schemas.microsoft.com/office/drawing/2014/main" id="{4F260A9F-3482-D6FC-F538-239E976D58AE}"/>
              </a:ext>
            </a:extLst>
          </p:cNvPr>
          <p:cNvSpPr/>
          <p:nvPr/>
        </p:nvSpPr>
        <p:spPr>
          <a:xfrm>
            <a:off x="3319145" y="511293"/>
            <a:ext cx="3691924" cy="43200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en-US" sz="20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Shape of Atomic Orbitals</a:t>
            </a:r>
          </a:p>
        </p:txBody>
      </p:sp>
      <p:pic>
        <p:nvPicPr>
          <p:cNvPr id="2" name="Picture 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21FBEC1E-77E5-6CD3-5302-DAAC7445A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31" y="128881"/>
            <a:ext cx="933412" cy="4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72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C96D99-3457-49D5-99FA-7AB06373B58E}"/>
              </a:ext>
            </a:extLst>
          </p:cNvPr>
          <p:cNvSpPr txBox="1"/>
          <p:nvPr/>
        </p:nvSpPr>
        <p:spPr>
          <a:xfrm>
            <a:off x="3319145" y="1239363"/>
            <a:ext cx="52485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457189">
              <a:spcAft>
                <a:spcPts val="1200"/>
              </a:spcAft>
            </a:pPr>
            <a:r>
              <a:rPr lang="en-US" sz="18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rPr>
              <a:t>f orbital has clove shape or complex shape.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5330A9B-9418-4585-BB22-E69E5370E8B8}"/>
              </a:ext>
            </a:extLst>
          </p:cNvPr>
          <p:cNvGrpSpPr/>
          <p:nvPr/>
        </p:nvGrpSpPr>
        <p:grpSpPr>
          <a:xfrm>
            <a:off x="3082731" y="1594352"/>
            <a:ext cx="5405949" cy="3174341"/>
            <a:chOff x="3110355" y="1776625"/>
            <a:chExt cx="5618162" cy="3298951"/>
          </a:xfrm>
        </p:grpSpPr>
        <p:pic>
          <p:nvPicPr>
            <p:cNvPr id="65" name="Picture 64" descr="A picture containing lit, dark, light, night&#10;&#10;Description automatically generated">
              <a:extLst>
                <a:ext uri="{FF2B5EF4-FFF2-40B4-BE49-F238E27FC236}">
                  <a16:creationId xmlns:a16="http://schemas.microsoft.com/office/drawing/2014/main" id="{E6904292-648F-45A5-B4DA-A33C7EE8B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0355" y="1851889"/>
              <a:ext cx="5618162" cy="316021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73203E-73C8-4D3F-98D8-24FB2C1F50F7}"/>
                </a:ext>
              </a:extLst>
            </p:cNvPr>
            <p:cNvSpPr txBox="1"/>
            <p:nvPr/>
          </p:nvSpPr>
          <p:spPr>
            <a:xfrm>
              <a:off x="3845395" y="1892768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BDC23D-1E9A-4F3E-BDE1-8D139C3CD83D}"/>
                </a:ext>
              </a:extLst>
            </p:cNvPr>
            <p:cNvSpPr txBox="1"/>
            <p:nvPr/>
          </p:nvSpPr>
          <p:spPr>
            <a:xfrm>
              <a:off x="4392765" y="2165000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EAA54E7-708E-4ECF-982E-E476410746B1}"/>
                </a:ext>
              </a:extLst>
            </p:cNvPr>
            <p:cNvSpPr txBox="1"/>
            <p:nvPr/>
          </p:nvSpPr>
          <p:spPr>
            <a:xfrm>
              <a:off x="5298556" y="1803868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11D366-E01F-416B-9ED8-1840B6FBC39D}"/>
                </a:ext>
              </a:extLst>
            </p:cNvPr>
            <p:cNvSpPr txBox="1"/>
            <p:nvPr/>
          </p:nvSpPr>
          <p:spPr>
            <a:xfrm>
              <a:off x="6581256" y="1791636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16737F2-9C89-4FA3-A54E-9AD3F7418952}"/>
                </a:ext>
              </a:extLst>
            </p:cNvPr>
            <p:cNvSpPr txBox="1"/>
            <p:nvPr/>
          </p:nvSpPr>
          <p:spPr>
            <a:xfrm>
              <a:off x="7807600" y="1776625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B4B1035-6F14-4369-BBAB-A39D18FB40AF}"/>
                </a:ext>
              </a:extLst>
            </p:cNvPr>
            <p:cNvSpPr txBox="1"/>
            <p:nvPr/>
          </p:nvSpPr>
          <p:spPr>
            <a:xfrm>
              <a:off x="5916413" y="2356306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BA9E936-DB79-47F8-8907-7B2352BB0317}"/>
                </a:ext>
              </a:extLst>
            </p:cNvPr>
            <p:cNvSpPr txBox="1"/>
            <p:nvPr/>
          </p:nvSpPr>
          <p:spPr>
            <a:xfrm>
              <a:off x="7217079" y="2353096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D6C2E6D-BA0B-406B-BAD9-AAFED09D57EB}"/>
                </a:ext>
              </a:extLst>
            </p:cNvPr>
            <p:cNvSpPr txBox="1"/>
            <p:nvPr/>
          </p:nvSpPr>
          <p:spPr>
            <a:xfrm>
              <a:off x="8517745" y="2403668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68C196A-CB41-4178-B1F9-90A34813F507}"/>
                </a:ext>
              </a:extLst>
            </p:cNvPr>
            <p:cNvSpPr txBox="1"/>
            <p:nvPr/>
          </p:nvSpPr>
          <p:spPr>
            <a:xfrm>
              <a:off x="4516388" y="2998514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594A836-F6D4-4FF5-B0CA-410E15FB3A4C}"/>
                </a:ext>
              </a:extLst>
            </p:cNvPr>
            <p:cNvSpPr txBox="1"/>
            <p:nvPr/>
          </p:nvSpPr>
          <p:spPr>
            <a:xfrm>
              <a:off x="5916413" y="2872672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E334438-177A-4B4C-8F36-ECD2AA642B59}"/>
                </a:ext>
              </a:extLst>
            </p:cNvPr>
            <p:cNvSpPr txBox="1"/>
            <p:nvPr/>
          </p:nvSpPr>
          <p:spPr>
            <a:xfrm>
              <a:off x="7217079" y="2925229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2AB03EF-ABB6-4AB4-90D3-0AAE2166574E}"/>
                </a:ext>
              </a:extLst>
            </p:cNvPr>
            <p:cNvSpPr txBox="1"/>
            <p:nvPr/>
          </p:nvSpPr>
          <p:spPr>
            <a:xfrm>
              <a:off x="8511980" y="2975621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E006F3D-E014-4A4B-9BCE-CD3318C484FA}"/>
                </a:ext>
              </a:extLst>
            </p:cNvPr>
            <p:cNvSpPr txBox="1"/>
            <p:nvPr/>
          </p:nvSpPr>
          <p:spPr>
            <a:xfrm>
              <a:off x="3565210" y="3382539"/>
              <a:ext cx="95117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f</a:t>
              </a:r>
              <a:r>
                <a:rPr lang="en-US" sz="1300" baseline="-250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(x</a:t>
              </a:r>
              <a:r>
                <a:rPr lang="en-US" sz="1300" baseline="300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2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 – 3y</a:t>
              </a:r>
              <a:r>
                <a:rPr lang="en-US" sz="1300" baseline="300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2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1017B02-0C3D-4193-90F6-9F37D69D017E}"/>
                </a:ext>
              </a:extLst>
            </p:cNvPr>
            <p:cNvSpPr txBox="1"/>
            <p:nvPr/>
          </p:nvSpPr>
          <p:spPr>
            <a:xfrm>
              <a:off x="4813573" y="3275813"/>
              <a:ext cx="95117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f</a:t>
              </a:r>
              <a:r>
                <a:rPr lang="en-US" sz="1300" baseline="-250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(x</a:t>
              </a:r>
              <a:r>
                <a:rPr lang="en-US" sz="1300" baseline="300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2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 – z</a:t>
              </a:r>
              <a:r>
                <a:rPr lang="en-US" sz="1300" baseline="300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2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)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6D3F28B-BF45-48B6-A809-839F95D57C06}"/>
                </a:ext>
              </a:extLst>
            </p:cNvPr>
            <p:cNvGrpSpPr/>
            <p:nvPr/>
          </p:nvGrpSpPr>
          <p:grpSpPr>
            <a:xfrm>
              <a:off x="6532320" y="3267066"/>
              <a:ext cx="314744" cy="262222"/>
              <a:chOff x="5930513" y="3072896"/>
              <a:chExt cx="314744" cy="262222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6FF46A3-40D4-4865-97B8-C1E20D43F7FF}"/>
                  </a:ext>
                </a:extLst>
              </p:cNvPr>
              <p:cNvSpPr txBox="1"/>
              <p:nvPr/>
            </p:nvSpPr>
            <p:spPr>
              <a:xfrm>
                <a:off x="5930513" y="3072896"/>
                <a:ext cx="27026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dirty="0" err="1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f</a:t>
                </a:r>
                <a:r>
                  <a:rPr lang="en-US" sz="1300" baseline="-25000" dirty="0" err="1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xz</a:t>
                </a:r>
                <a:endPara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9104574-8946-475F-A9E5-6F0BDEEA70D6}"/>
                  </a:ext>
                </a:extLst>
              </p:cNvPr>
              <p:cNvSpPr txBox="1"/>
              <p:nvPr/>
            </p:nvSpPr>
            <p:spPr>
              <a:xfrm>
                <a:off x="6132545" y="3119674"/>
                <a:ext cx="11271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baseline="300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2</a:t>
                </a:r>
                <a:endPara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971C6DB-D48F-41F1-88D0-41D653BF95A5}"/>
                </a:ext>
              </a:extLst>
            </p:cNvPr>
            <p:cNvGrpSpPr/>
            <p:nvPr/>
          </p:nvGrpSpPr>
          <p:grpSpPr>
            <a:xfrm>
              <a:off x="7938353" y="3243677"/>
              <a:ext cx="258388" cy="262222"/>
              <a:chOff x="5930513" y="3072896"/>
              <a:chExt cx="258388" cy="262222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C587F1A-98CF-4349-961D-3EFE911D04BC}"/>
                  </a:ext>
                </a:extLst>
              </p:cNvPr>
              <p:cNvSpPr txBox="1"/>
              <p:nvPr/>
            </p:nvSpPr>
            <p:spPr>
              <a:xfrm>
                <a:off x="5930513" y="3072896"/>
                <a:ext cx="15755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dirty="0" err="1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f</a:t>
                </a:r>
                <a:r>
                  <a:rPr lang="en-US" sz="1300" baseline="-25000" dirty="0" err="1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z</a:t>
                </a:r>
                <a:endPara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D1D559B-2ABB-417B-AAEB-57F932FCE6EA}"/>
                  </a:ext>
                </a:extLst>
              </p:cNvPr>
              <p:cNvSpPr txBox="1"/>
              <p:nvPr/>
            </p:nvSpPr>
            <p:spPr>
              <a:xfrm>
                <a:off x="6076189" y="3119674"/>
                <a:ext cx="11271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baseline="300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3</a:t>
                </a:r>
                <a:endPara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endParaRP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5A7489D-BEA7-4094-A1B0-BE171CEC05CC}"/>
                </a:ext>
              </a:extLst>
            </p:cNvPr>
            <p:cNvSpPr txBox="1"/>
            <p:nvPr/>
          </p:nvSpPr>
          <p:spPr>
            <a:xfrm>
              <a:off x="4722520" y="3529566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56E5304-CCB6-43A2-A34D-B82CF90EBA18}"/>
                </a:ext>
              </a:extLst>
            </p:cNvPr>
            <p:cNvSpPr txBox="1"/>
            <p:nvPr/>
          </p:nvSpPr>
          <p:spPr>
            <a:xfrm>
              <a:off x="6128553" y="3505899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09CDC49-AA30-47BF-B1DA-234F079358A0}"/>
                </a:ext>
              </a:extLst>
            </p:cNvPr>
            <p:cNvSpPr txBox="1"/>
            <p:nvPr/>
          </p:nvSpPr>
          <p:spPr>
            <a:xfrm>
              <a:off x="7618722" y="3519110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185097B-8D97-4A13-8606-135D6E4BAAB6}"/>
                </a:ext>
              </a:extLst>
            </p:cNvPr>
            <p:cNvSpPr txBox="1"/>
            <p:nvPr/>
          </p:nvSpPr>
          <p:spPr>
            <a:xfrm>
              <a:off x="5549637" y="3819983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AC0EF0D-683E-4685-8AA0-8CC441E09DEC}"/>
                </a:ext>
              </a:extLst>
            </p:cNvPr>
            <p:cNvSpPr txBox="1"/>
            <p:nvPr/>
          </p:nvSpPr>
          <p:spPr>
            <a:xfrm>
              <a:off x="7054543" y="3819983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10A5C8C-D6FF-4BB8-BDE0-840DB78299C1}"/>
                </a:ext>
              </a:extLst>
            </p:cNvPr>
            <p:cNvSpPr txBox="1"/>
            <p:nvPr/>
          </p:nvSpPr>
          <p:spPr>
            <a:xfrm>
              <a:off x="5531377" y="4416044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0C21C41-0216-4B2F-9871-98EA2AA69B0E}"/>
                </a:ext>
              </a:extLst>
            </p:cNvPr>
            <p:cNvSpPr txBox="1"/>
            <p:nvPr/>
          </p:nvSpPr>
          <p:spPr>
            <a:xfrm>
              <a:off x="7054543" y="4416044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4775A4E-75D4-40D8-A586-E0684C47FE8B}"/>
                </a:ext>
              </a:extLst>
            </p:cNvPr>
            <p:cNvSpPr txBox="1"/>
            <p:nvPr/>
          </p:nvSpPr>
          <p:spPr>
            <a:xfrm>
              <a:off x="8388888" y="3819983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B62ABD7-E471-429C-A341-0B2DE9F79B65}"/>
                </a:ext>
              </a:extLst>
            </p:cNvPr>
            <p:cNvSpPr txBox="1"/>
            <p:nvPr/>
          </p:nvSpPr>
          <p:spPr>
            <a:xfrm>
              <a:off x="8388888" y="4416044"/>
              <a:ext cx="11271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1C6AB5E-D707-4537-8349-D2E1136B47F4}"/>
                </a:ext>
              </a:extLst>
            </p:cNvPr>
            <p:cNvGrpSpPr/>
            <p:nvPr/>
          </p:nvGrpSpPr>
          <p:grpSpPr>
            <a:xfrm>
              <a:off x="4757331" y="4813354"/>
              <a:ext cx="314744" cy="262222"/>
              <a:chOff x="5930513" y="3072896"/>
              <a:chExt cx="314744" cy="262222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FB99265-BA3D-46D4-82D5-60D54EF51975}"/>
                  </a:ext>
                </a:extLst>
              </p:cNvPr>
              <p:cNvSpPr txBox="1"/>
              <p:nvPr/>
            </p:nvSpPr>
            <p:spPr>
              <a:xfrm>
                <a:off x="5930513" y="3072896"/>
                <a:ext cx="27026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dirty="0" err="1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f</a:t>
                </a:r>
                <a:r>
                  <a:rPr lang="en-US" sz="1300" baseline="-25000" dirty="0" err="1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yz</a:t>
                </a:r>
                <a:endPara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5312977-97B2-4EF5-93B2-0F4E2710C02B}"/>
                  </a:ext>
                </a:extLst>
              </p:cNvPr>
              <p:cNvSpPr txBox="1"/>
              <p:nvPr/>
            </p:nvSpPr>
            <p:spPr>
              <a:xfrm>
                <a:off x="6132545" y="3119674"/>
                <a:ext cx="11271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 defTabSz="457189">
                  <a:spcAft>
                    <a:spcPts val="1200"/>
                  </a:spcAft>
                </a:pPr>
                <a:r>
                  <a:rPr lang="en-US" sz="1300" baseline="30000" dirty="0">
                    <a:solidFill>
                      <a:prstClr val="white">
                        <a:lumMod val="95000"/>
                      </a:prstClr>
                    </a:solidFill>
                    <a:latin typeface="Montserrat SemiBold" panose="00000700000000000000" pitchFamily="2" charset="0"/>
                    <a:cs typeface="Arial" pitchFamily="34" charset="0"/>
                  </a:rPr>
                  <a:t>2</a:t>
                </a:r>
                <a:endPara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8C6641D-6F64-4C91-B6F9-BF2896BD8E3F}"/>
                </a:ext>
              </a:extLst>
            </p:cNvPr>
            <p:cNvSpPr txBox="1"/>
            <p:nvPr/>
          </p:nvSpPr>
          <p:spPr>
            <a:xfrm>
              <a:off x="6195432" y="4753275"/>
              <a:ext cx="2702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f</a:t>
              </a:r>
              <a:r>
                <a:rPr lang="en-US" sz="1300" baseline="-250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xyz</a:t>
              </a:r>
              <a:endParaRPr lang="en-US" sz="1300" dirty="0">
                <a:solidFill>
                  <a:prstClr val="white">
                    <a:lumMod val="95000"/>
                  </a:prstClr>
                </a:solidFill>
                <a:latin typeface="Montserrat SemiBold" panose="00000700000000000000" pitchFamily="2" charset="0"/>
                <a:cs typeface="Arial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3EFF3DB-1400-4C35-8CC4-086C2AAACDC4}"/>
                </a:ext>
              </a:extLst>
            </p:cNvPr>
            <p:cNvSpPr txBox="1"/>
            <p:nvPr/>
          </p:nvSpPr>
          <p:spPr>
            <a:xfrm>
              <a:off x="7365586" y="4831871"/>
              <a:ext cx="95117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457189">
                <a:spcAft>
                  <a:spcPts val="1200"/>
                </a:spcAft>
              </a:pPr>
              <a:r>
                <a:rPr lang="en-US" sz="13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f</a:t>
              </a:r>
              <a:r>
                <a:rPr lang="en-US" sz="1300" baseline="-25000" dirty="0" err="1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y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(3x</a:t>
              </a:r>
              <a:r>
                <a:rPr lang="en-US" sz="1300" baseline="300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2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 – y</a:t>
              </a:r>
              <a:r>
                <a:rPr lang="en-US" sz="1300" baseline="300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2</a:t>
              </a:r>
              <a:r>
                <a:rPr lang="en-US" sz="1300" dirty="0">
                  <a:solidFill>
                    <a:prstClr val="white">
                      <a:lumMod val="95000"/>
                    </a:prstClr>
                  </a:solidFill>
                  <a:latin typeface="Montserrat SemiBold" panose="00000700000000000000" pitchFamily="2" charset="0"/>
                  <a:cs typeface="Arial" pitchFamily="34" charset="0"/>
                </a:rPr>
                <a:t>)</a:t>
              </a:r>
            </a:p>
          </p:txBody>
        </p:sp>
      </p:grpSp>
      <p:sp>
        <p:nvSpPr>
          <p:cNvPr id="40" name="Rectangle: Diagonal Corners Rounded 39">
            <a:extLst>
              <a:ext uri="{FF2B5EF4-FFF2-40B4-BE49-F238E27FC236}">
                <a16:creationId xmlns:a16="http://schemas.microsoft.com/office/drawing/2014/main" id="{89B37591-604C-2844-6B74-34FBEC7BEAA1}"/>
              </a:ext>
            </a:extLst>
          </p:cNvPr>
          <p:cNvSpPr/>
          <p:nvPr/>
        </p:nvSpPr>
        <p:spPr>
          <a:xfrm>
            <a:off x="3319145" y="511293"/>
            <a:ext cx="3691924" cy="432000"/>
          </a:xfrm>
          <a:prstGeom prst="round2DiagRect">
            <a:avLst/>
          </a:prstGeom>
          <a:solidFill>
            <a:srgbClr val="243917"/>
          </a:soli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en-US" sz="2000" dirty="0">
                <a:solidFill>
                  <a:srgbClr val="FFFF00"/>
                </a:solidFill>
                <a:latin typeface="Montserrat Black" panose="00000A00000000000000" pitchFamily="2" charset="0"/>
                <a:ea typeface="Verdana" panose="020B0604030504040204" pitchFamily="34" charset="0"/>
              </a:rPr>
              <a:t>Shape of Atomic Orbitals</a:t>
            </a:r>
          </a:p>
        </p:txBody>
      </p:sp>
      <p:pic>
        <p:nvPicPr>
          <p:cNvPr id="2" name="Picture 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21FBEC1E-77E5-6CD3-5302-DAAC7445A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63" y="136377"/>
            <a:ext cx="933412" cy="4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766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5231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3A621852AFE94CB228CB08D8CA93F3" ma:contentTypeVersion="20" ma:contentTypeDescription="Create a new document." ma:contentTypeScope="" ma:versionID="c4cae074e439b0b915e27141bfba2e8a">
  <xsd:schema xmlns:xsd="http://www.w3.org/2001/XMLSchema" xmlns:xs="http://www.w3.org/2001/XMLSchema" xmlns:p="http://schemas.microsoft.com/office/2006/metadata/properties" xmlns:ns2="f9f5d973-96aa-455a-88fe-225cbf48d2e3" xmlns:ns3="14a5bf7e-fd5e-4d40-a7e7-4f444d2b6373" targetNamespace="http://schemas.microsoft.com/office/2006/metadata/properties" ma:root="true" ma:fieldsID="d5b1267f917be9757739a72a66f4c8b1" ns2:_="" ns3:_="">
    <xsd:import namespace="f9f5d973-96aa-455a-88fe-225cbf48d2e3"/>
    <xsd:import namespace="14a5bf7e-fd5e-4d40-a7e7-4f444d2b637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count" minOccurs="0"/>
                <xsd:element ref="ns3:NEET12_ENGLISH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5d973-96aa-455a-88fe-225cbf48d2e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6d8938a-6e1d-415c-9d6f-b3cc537a7e4e}" ma:internalName="TaxCatchAll" ma:showField="CatchAllData" ma:web="f9f5d973-96aa-455a-88fe-225cbf48d2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5bf7e-fd5e-4d40-a7e7-4f444d2b6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count" ma:index="21" nillable="true" ma:displayName="count" ma:format="Dropdown" ma:internalName="count" ma:percentage="FALSE">
      <xsd:simpleType>
        <xsd:restriction base="dms:Number"/>
      </xsd:simpleType>
    </xsd:element>
    <xsd:element name="NEET12_ENGLISH" ma:index="22" nillable="true" ma:displayName="NEET 12_ENGLISH" ma:format="Dropdown" ma:internalName="NEET12_ENGLISH">
      <xsd:simpleType>
        <xsd:restriction base="dms:Text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3291250a-fc0d-4533-aef2-cfccd42a2f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a5bf7e-fd5e-4d40-a7e7-4f444d2b6373">
      <Terms xmlns="http://schemas.microsoft.com/office/infopath/2007/PartnerControls"/>
    </lcf76f155ced4ddcb4097134ff3c332f>
    <TaxCatchAll xmlns="f9f5d973-96aa-455a-88fe-225cbf48d2e3" xsi:nil="true"/>
    <count xmlns="14a5bf7e-fd5e-4d40-a7e7-4f444d2b6373" xsi:nil="true"/>
    <NEET12_ENGLISH xmlns="14a5bf7e-fd5e-4d40-a7e7-4f444d2b6373" xsi:nil="true"/>
  </documentManagement>
</p:properties>
</file>

<file path=customXml/itemProps1.xml><?xml version="1.0" encoding="utf-8"?>
<ds:datastoreItem xmlns:ds="http://schemas.openxmlformats.org/officeDocument/2006/customXml" ds:itemID="{803261D7-8319-4457-ACEB-FD2E9D64FD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BB0F14-F09C-467B-A423-0BC334890D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f5d973-96aa-455a-88fe-225cbf48d2e3"/>
    <ds:schemaRef ds:uri="14a5bf7e-fd5e-4d40-a7e7-4f444d2b63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2A56EA-FECC-4187-9F38-98A81A5BA770}">
  <ds:schemaRefs>
    <ds:schemaRef ds:uri="http://schemas.microsoft.com/office/2006/metadata/properties"/>
    <ds:schemaRef ds:uri="http://schemas.microsoft.com/office/infopath/2007/PartnerControls"/>
    <ds:schemaRef ds:uri="14a5bf7e-fd5e-4d40-a7e7-4f444d2b6373"/>
    <ds:schemaRef ds:uri="f9f5d973-96aa-455a-88fe-225cbf48d2e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1286</Words>
  <Application>Microsoft Office PowerPoint</Application>
  <PresentationFormat>On-screen Show (16:9)</PresentationFormat>
  <Paragraphs>238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Arpit Bharadwaj</dc:creator>
  <cp:lastModifiedBy>Aman Kumar Thakur</cp:lastModifiedBy>
  <cp:revision>32</cp:revision>
  <dcterms:created xsi:type="dcterms:W3CDTF">2022-05-16T10:11:22Z</dcterms:created>
  <dcterms:modified xsi:type="dcterms:W3CDTF">2025-08-25T10:11:11Z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0x0101001E3A621852AFE94CB228CB08D8CA93F3</vt:lpwstr>
  </property>
  <property fmtid="{D5CDD505-2E9C-101B-9397-08002B2CF9AE}" pid="3" name="MediaServiceImageTags">
    <vt:lpwstr/>
  </property>
</Properties>
</file>